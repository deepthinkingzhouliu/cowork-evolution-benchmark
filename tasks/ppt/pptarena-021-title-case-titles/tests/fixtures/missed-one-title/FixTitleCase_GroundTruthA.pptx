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info@dsiufl.org" TargetMode="External"/><Relationship Id="rId4" Type="http://schemas.openxmlformats.org/officeDocument/2006/relationships/hyperlink" Target="mailto:tylerjrichard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 b="1">
                <a:latin typeface="Questrial"/>
                <a:ea typeface="Questrial"/>
                <a:cs typeface="Questrial"/>
                <a:sym typeface="Questrial"/>
              </a:rPr>
              <a:t>Data Science and Informatics: Creating Student Led Data Science Curricula</a:t>
            </a:r>
            <a:endParaRPr sz="4800" b="1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Who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are we?</a:t>
            </a:r>
            <a:endParaRPr/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Brief History of DSI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What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do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Our Workshops</a:t>
            </a: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/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Coordination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Competing Data Science Truths 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Design	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3000" b="1" u="sng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workshops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of DSI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Statistics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Growth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Questrial"/>
                <a:ea typeface="Questrial"/>
                <a:cs typeface="Questrial"/>
                <a:sym typeface="Questrial"/>
              </a:rPr>
              <a:t>Contact</a:t>
            </a:r>
            <a:endParaRPr sz="48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2025-08-11T21:52:32Z</dcterms:modified>
</cp:coreProperties>
</file>