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产品线B｜7月经营月报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边缘网关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云纳智造｜产品线B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B5757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B线结果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B5757"/>
                </a:solidFill>
                <a:latin typeface="Noto Sans CJK SC"/>
              </a:rPr>
              <a:t>640万元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收入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B5757"/>
                </a:solidFill>
                <a:latin typeface="Noto Sans CJK SC"/>
              </a:rPr>
              <a:t>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毛利率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B5757"/>
                </a:solidFill>
                <a:latin typeface="Noto Sans CJK SC"/>
              </a:rPr>
              <a:t>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交付及时率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云纳智造｜产品线B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B5757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B线风险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B2芯片到货延迟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4个客户需重排交付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云纳智造｜产品线B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B5757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B线请求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启用备选芯片方案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云纳智造｜产品线B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B5757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产品线B月报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