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产品线A｜7月经营月报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工业相机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云纳智造｜产品线A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D9CDB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A线结果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2D9CDB"/>
                </a:solidFill>
                <a:latin typeface="Noto Sans CJK SC"/>
              </a:rPr>
              <a:t>860万元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收入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2D9CDB"/>
                </a:solidFill>
                <a:latin typeface="Noto Sans CJK SC"/>
              </a:rPr>
              <a:t>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毛利率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2D9CDB"/>
                </a:solidFill>
                <a:latin typeface="Noto Sans CJK SC"/>
              </a:rPr>
              <a:t>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交付及时率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云纳智造｜产品线A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D9CDB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A线机会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新能源客户追加订单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A3型号9月进入量产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云纳智造｜产品线A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D9CDB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A线请求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2D9CDB"/>
          </a:solidFill>
          <a:ln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追加采购额80万元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云纳智造｜产品线A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D9CDB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产品线A月报</dc:title>
  <dc:subject>synthetic-input-deck</dc:subject>
  <dc:creator>CoworkEvoBench synthetic input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