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Q3客户续约评审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商务运营会议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已修订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F80ED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Q3续约盘点：续约率提升6个百分点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F80ED"/>
                </a:solidFill>
                <a:latin typeface="Noto Sans CJK SC"/>
              </a:rPr>
              <a:t>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续约率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F80ED"/>
                </a:solidFill>
                <a:latin typeface="Noto Sans CJK SC"/>
              </a:rPr>
              <a:t>1,380万元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ARR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2F80ED"/>
                </a:solidFill>
                <a:latin typeface="Noto Sans CJK SC"/>
              </a:rPr>
              <a:t>3家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高风险客户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F80ED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两家重点客户已明确责任人和截止日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1203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客户</a:t>
                      </a:r>
                    </a:p>
                  </a:txBody>
                  <a:tcPr marL="73152" marR="73152">
                    <a:solidFill>
                      <a:srgbClr val="2F8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责任人</a:t>
                      </a:r>
                    </a:p>
                  </a:txBody>
                  <a:tcPr marL="73152" marR="73152">
                    <a:solidFill>
                      <a:srgbClr val="2F80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截止日</a:t>
                      </a:r>
                    </a:p>
                  </a:txBody>
                  <a:tcPr marL="73152" marR="73152">
                    <a:solidFill>
                      <a:srgbClr val="2F80ED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明辉制造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王芳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9月12日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12039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山海药业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赵晨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9月15日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F80ED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续约策略从统一折扣改为分层应对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绿色：按标准节奏推进续约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黄色：提前30天复盘价值证据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243447"/>
                </a:solidFill>
                <a:latin typeface="Noto Sans CJK SC"/>
              </a:rPr>
              <a:t>红色：责任人与管理层联合恢复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F80ED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Noto Sans CJK SC"/>
              </a:rPr>
              <a:t>下一步：用截止日管理两个重点续约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691640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1545336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王芳：9月12日前完成明辉制造价值复盘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670048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715768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569464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赵晨：9月15日前完成山海药业方案确认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694176"/>
            <a:ext cx="502920" cy="502920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739896"/>
            <a:ext cx="429768" cy="3200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CJK S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593592"/>
            <a:ext cx="950976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Noto Sans CJK SC"/>
              </a:rPr>
              <a:t>周会按续约概率与ARR风险双维跟踪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5623560"/>
            <a:ext cx="8138160" cy="530352"/>
          </a:xfrm>
          <a:prstGeom prst="roundRect">
            <a:avLst/>
          </a:prstGeom>
          <a:solidFill>
            <a:srgbClr val="2F80ED"/>
          </a:solidFill>
          <a:ln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5696712"/>
            <a:ext cx="777240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柏舟云服务｜内部资料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2F80ED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客户续约评审内容修订</dc:title>
  <dc:subject>content_editing</dc:subject>
  <dc:creator>柏舟云服务（合成）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