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Q2客户续约评审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商务运营会议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待修订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7F8C8D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Q2续约盘点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7F8C8D"/>
                </a:solidFill>
                <a:latin typeface="Noto Sans CJK SC"/>
              </a:rPr>
              <a:t>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续约率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7F8C8D"/>
                </a:solidFill>
                <a:latin typeface="Noto Sans CJK SC"/>
              </a:rPr>
              <a:t>1,260万元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ARR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7F8C8D"/>
                </a:solidFill>
                <a:latin typeface="Noto Sans CJK SC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高风险客户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7F8C8D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高风险客户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1203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客户</a:t>
                      </a:r>
                    </a:p>
                  </a:txBody>
                  <a:tcPr marL="73152" marR="73152"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责任人</a:t>
                      </a:r>
                    </a:p>
                  </a:txBody>
                  <a:tcPr marL="73152" marR="73152"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动作</a:t>
                      </a:r>
                    </a:p>
                  </a:txBody>
                  <a:tcPr marL="73152" marR="73152">
                    <a:solidFill>
                      <a:srgbClr val="7F8C8D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明辉制造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陈熙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待确认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山海药业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李博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待确认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7F8C8D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续约策略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所有客户统一折扣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风险客户由销售自行跟进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7F8C8D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确认报价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跟进客户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7F8C8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7F8C8D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客户续约评审_待修订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