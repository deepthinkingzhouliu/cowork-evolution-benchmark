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z="520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5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5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5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10799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customXml/itemProps2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42</cp:revision>
  <cp:lastPrinted>2016-06-14T15:08:41Z</cp:lastPrinted>
  <dcterms:created xsi:type="dcterms:W3CDTF">2016-06-05T08:18:18Z</dcterms:created>
  <dcterms:modified xsi:type="dcterms:W3CDTF">2025-07-30T19:04:32Z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