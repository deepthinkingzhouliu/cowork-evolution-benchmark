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收入(万元)</c:v>
                </c:pt>
              </c:strCache>
            </c:strRef>
          </c:tx>
          <c:spPr>
            <a:solidFill>
              <a:srgbClr val="95A5A6"/>
            </a:solidFill>
          </c:spPr>
          <c:cat>
            <c:strRef>
              <c:f>Sheet1!$A$2:$A$4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760</c:v>
                </c:pt>
                <c:pt idx="1">
                  <c:v>810</c:v>
                </c:pt>
                <c:pt idx="2">
                  <c:v>910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2026年二季度经营会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业务回顾和第三季度计划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柚子生活｜内部经营会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95A5A6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总体结果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收入2,480万元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贡献毛利率41.2%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付费会员15.6万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柚子生活｜内部经营会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95A5A6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月度收入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53619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36192"/>
            <a:ext cx="3675887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874519"/>
            <a:ext cx="201168" cy="201168"/>
          </a:xfrm>
          <a:prstGeom prst="round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6420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图表口径见输入材料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柚子生活｜内部经营会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95A5A6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门店表现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城市</a:t>
                      </a:r>
                    </a:p>
                  </a:txBody>
                  <a:tcPr marL="73152" marR="73152">
                    <a:solidFill>
                      <a:srgbClr val="95A5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收入</a:t>
                      </a:r>
                    </a:p>
                  </a:txBody>
                  <a:tcPr marL="73152" marR="73152">
                    <a:solidFill>
                      <a:srgbClr val="95A5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利润率</a:t>
                      </a:r>
                    </a:p>
                  </a:txBody>
                  <a:tcPr marL="73152" marR="73152">
                    <a:solidFill>
                      <a:srgbClr val="95A5A6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深圳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860万元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13.8%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广州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740万元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12.6%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厦门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420万元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11.9%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柚子生活｜内部经营会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95A5A6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主要问题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拉新成本上升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厦门门店人效偏低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会员复购率下降1.8个百分点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柚子生活｜内部经营会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95A5A6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Q3行动计划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优化渠道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提升人效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恢复复购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柚子生活｜内部经营会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95A5A6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二季度经营会_初稿</dc:title>
  <dc:subject>synthetic-input-deck</dc:subject>
  <dc:creator>CoworkEvoBench synthetic input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