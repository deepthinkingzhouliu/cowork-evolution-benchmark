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收入(万元)</c:v>
                </c:pt>
              </c:strCache>
            </c:strRef>
          </c:tx>
          <c:spPr>
            <a:solidFill>
              <a:srgbClr val="0C7C86"/>
            </a:solidFill>
          </c:spPr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760</c:v>
                </c:pt>
                <c:pt idx="1">
                  <c:v>810</c:v>
                </c:pt>
                <c:pt idx="2">
                  <c:v>910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2026 Q2：收入增长，但拉新与复购同时承压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柚子生活季度经营会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Q2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C7C86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2,480 万元收入达成，毛利率保持 41.2%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C7C86"/>
                </a:solidFill>
                <a:latin typeface="Noto Sans CJK SC"/>
              </a:rPr>
              <a:t>2,480万元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收入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C7C86"/>
                </a:solidFill>
                <a:latin typeface="Noto Sans CJK SC"/>
              </a:rPr>
              <a:t>41.2%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贡献毛利率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C7C86"/>
                </a:solidFill>
                <a:latin typeface="Noto Sans CJK SC"/>
              </a:rPr>
              <a:t>15.6万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付费会员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C7C86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6月收入 910 万元，连续三月增长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增长主要由6月会员日与门店联动带动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下季度不将单次促销外推为自然增长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C7C86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深圳贡献最高，厦门利润率仅 11.9%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908"/>
                <a:gridCol w="2692908"/>
                <a:gridCol w="2692908"/>
                <a:gridCol w="2692908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城市</a:t>
                      </a:r>
                    </a:p>
                  </a:txBody>
                  <a:tcPr marL="73152" marR="73152">
                    <a:solidFill>
                      <a:srgbClr val="0C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收入</a:t>
                      </a:r>
                    </a:p>
                  </a:txBody>
                  <a:tcPr marL="73152" marR="73152">
                    <a:solidFill>
                      <a:srgbClr val="0C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利润率</a:t>
                      </a:r>
                    </a:p>
                  </a:txBody>
                  <a:tcPr marL="73152" marR="73152">
                    <a:solidFill>
                      <a:srgbClr val="0C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判断</a:t>
                      </a:r>
                    </a:p>
                  </a:txBody>
                  <a:tcPr marL="73152" marR="73152">
                    <a:solidFill>
                      <a:srgbClr val="0C7C86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深圳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860万元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13.8%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保持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广州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740万元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12.6%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提效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厦门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420万元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11.9%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重点改善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C7C86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三个问题都已找到可量化的管理抓手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拉新：将付费渠道CAC上限设为68元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人效：厦门排班按小时客流重算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复购：针对60天未访会员做分层召回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复购率较上季度下降1.8个百分点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C7C86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Q3：责任到人，指标到周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市场负责人林晴：将付费渠道CAC降至68元以内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区域负责人周扬：将厦门利润率提至12.5%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会员负责人许文：在9月末前恢复1.0个百分点复购率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0C7C86"/>
          </a:solidFill>
          <a:ln>
            <a:solidFill>
              <a:srgbClr val="0C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柚子生活｜内部经营会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C7C86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季度经营会演示稿润色</dc:title>
  <dc:subject>deck_polishing</dc:subject>
  <dc:creator>柚子生活（合成）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