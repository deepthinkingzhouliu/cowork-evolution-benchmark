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How does </a:t>
            </a:r>
            <a:r>
              <a:rPr lang="en-US" i="1" dirty="0"/>
              <a:t>Pluribus</a:t>
            </a:r>
            <a:r>
              <a:rPr lang="en-US" dirty="0"/>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