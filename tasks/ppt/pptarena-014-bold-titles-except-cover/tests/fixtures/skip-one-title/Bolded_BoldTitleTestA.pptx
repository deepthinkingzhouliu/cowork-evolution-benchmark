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0"/>
              <a:t>Head-to-head performance</a:t>
            </a:r>
            <a:br>
              <a:rPr lang="en-US" i="1" dirty="0"/>
            </a:br>
            <a:r>
              <a:rPr lang="en-US" dirty="0" b="0"/>
              <a:t>in 2-player no-limit Texas hold’em</a:t>
            </a:r>
            <a:br>
              <a:rPr lang="en-US" dirty="0"/>
            </a:br>
            <a:r>
              <a:rPr lang="en-US" sz="2000" dirty="0" b="0"/>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