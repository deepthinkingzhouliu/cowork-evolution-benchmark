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b="1"/>
              <a:t>Depth-Limited Subgame solving, </a:t>
            </a:r>
            <a:br>
              <a:rPr lang="en-US" dirty="0"/>
            </a:br>
            <a:r>
              <a:rPr lang="en-US" dirty="0" b="1"/>
              <a:t>and </a:t>
            </a:r>
            <a:br>
              <a:rPr lang="en-US" dirty="0"/>
            </a:br>
            <a:r>
              <a:rPr lang="en-US" i="1" dirty="0" b="1"/>
              <a:t>Pluribus</a:t>
            </a:r>
            <a:r>
              <a:rPr lang="en-US" dirty="0" b="1"/>
              <a:t>, the state of the art for </a:t>
            </a:r>
            <a:br>
              <a:rPr lang="en-US" dirty="0"/>
            </a:br>
            <a:r>
              <a:rPr lang="en-US" dirty="0" b="1"/>
              <a:t>multi-player no-limit Texas </a:t>
            </a:r>
            <a:r>
              <a:rPr lang="en-US" dirty="0" err="1" b="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