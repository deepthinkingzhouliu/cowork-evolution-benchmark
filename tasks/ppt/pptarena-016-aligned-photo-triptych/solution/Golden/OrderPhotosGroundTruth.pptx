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74" d="100"/>
          <a:sy n="74" d="100"/>
        </p:scale>
        <p:origin x="1352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A427E-EA29-F0DC-AF92-23BCEC186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D4E10-F854-EF82-2471-66E9091B2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339D1-4E9C-7F6E-E6E6-6380A569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D0CB-B695-E447-891C-103FDD18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4085-0EA8-9FE8-DF37-994363B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9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6CFC-E496-3BEC-0CAE-2370F245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12B4E-B0C8-D1CA-D702-B0121AF3B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D8498-2E0C-84E6-2743-7E8DA3762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4ABE-CE66-6B05-E6F9-DC2EEF99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909E1-3260-C344-C3A2-EEA63774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3317-AA61-118C-00E4-DF1AD0D4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5AFA4-2B57-4BE6-9AB9-37CCD17F5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3F2D7-43C4-622F-9181-A6A8A3E0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B65C-194E-0DA9-B6B4-ABBE98EC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3962B-C669-1EAF-B867-77F622FD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6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B34D-F084-DBD3-C8A9-5F6642BB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30A74-B3AF-CAE6-F345-7AD984C3D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3DA29-A36F-3574-E9DC-B0F4487E6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87FA7-4493-E1EF-3C9B-60C45F91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542AC-5A32-9A8C-A6F7-34667A73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66E92-0F28-56DF-D289-E420AF4B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0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ECE7-E30F-8FC4-4401-6B025E45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18BF-D85A-8D32-57EB-AE7EB1C44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DEDE1-9B06-182E-6DA7-94E989437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A660E-0E5A-693F-8939-3D14CC2FE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734B6-1401-B1FA-4294-C46A79D52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5F48EC-7712-9C96-C9E5-7A19E9FF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A9D815-567E-2C93-8DCA-8ECC0A88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A49288-40A5-0AE5-36FA-1AC93D1C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7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842B-4948-7828-8790-C8EB271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E7C0C-AC50-FC9E-994B-10BC8BB5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D41FE-22AD-FD2F-6A98-206DDB8A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F5181-A4D8-BD31-93B4-612FBA0B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3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52917-761A-64D5-3419-53A5712D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B1C227-BBFD-06E6-AD52-7983C8FB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02D4C-C2AD-27ED-7788-18631659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3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CE4D-E757-58C3-1DD0-D741CCAA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D554-8EB1-A1FA-BD8D-339BF889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7E2D5-840B-33B9-E6D9-8F73C83B4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05A85-7824-2A36-5134-B7452151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E064-30FB-5476-20F9-ED09CAE6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D913F-8FC4-FC67-C1E0-E7C97209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8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10082-0F83-F89E-CAA1-23BEE6C1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62A0F-B0FF-EAF1-966A-513B42520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8A083-14B1-3BD1-8E9B-B8B740631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32206-5DD4-B2A7-E145-CD6EC646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DC250-4C7C-72F1-D3E2-628E8A26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367E2-5857-628C-1F7A-15CCD088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9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5C25-A978-C543-4204-A5329F06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8F943-1264-482D-4654-6E5ACD399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5602-A7E7-CF9A-9994-B44D8375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C88FD-D73B-0791-2FA8-D29F955D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D58D1-4146-50DA-752B-7EBFB813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1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17C54-E1A9-3B34-12BF-EAD875C9B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79EAE-0436-0AE9-AC34-097D72D06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290C8-8440-360A-FB6F-E6A5ADD3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1FB5-2EFA-CE42-E825-3C4BC8EB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7839E-0459-DD99-93E7-1FD51EA5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3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93AEC-97D5-7B1C-BEAA-46209766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CFF9C-3E87-D0EB-D122-923FBC276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73028-C285-8821-D04E-BE1AFFDD0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E687B-D975-EC4A-A313-CDA76D5E0CD4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F480A-0D74-F7F0-87C0-8C30F0F5E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C0A63-3447-036E-D5BC-F68726678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B29BD-B9D3-9045-8B02-D73D7F279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8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68B01BD6-DAD1-864D-CC41-C2028F2CA5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415" b="700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5D13D8-751F-515C-5DC1-8ECD8E2E9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Genetics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60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5F51E-F911-38D8-DB78-DEA9CC6B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B46C1E7-9425-FF12-14C7-32A337EF673C}"/>
              </a:ext>
            </a:extLst>
          </p:cNvPr>
          <p:cNvSpPr/>
          <p:nvPr/>
        </p:nvSpPr>
        <p:spPr>
          <a:xfrm>
            <a:off x="689548" y="1109272"/>
            <a:ext cx="10822898" cy="4437089"/>
          </a:xfrm>
          <a:prstGeom prst="rect">
            <a:avLst/>
          </a:prstGeom>
          <a:solidFill>
            <a:srgbClr val="EAC1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F15D5-5DC3-C8B6-0F9C-BDE292F72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05" t="1302" r="9314" b="3654"/>
          <a:stretch>
            <a:fillRect/>
          </a:stretch>
        </p:blipFill>
        <p:spPr>
          <a:xfrm>
            <a:off x="4500753" y="1714500"/>
            <a:ext cx="2857500" cy="2857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443D8E-EBF3-5170-4095-3F61130491C1}"/>
              </a:ext>
            </a:extLst>
          </p:cNvPr>
          <p:cNvSpPr txBox="1"/>
          <p:nvPr/>
        </p:nvSpPr>
        <p:spPr>
          <a:xfrm>
            <a:off x="875198" y="4613404"/>
            <a:ext cx="35455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0FE31-3C33-5D08-FD69-A2BBEAF74BC9}"/>
              </a:ext>
            </a:extLst>
          </p:cNvPr>
          <p:cNvSpPr txBox="1"/>
          <p:nvPr/>
        </p:nvSpPr>
        <p:spPr>
          <a:xfrm>
            <a:off x="4500745" y="4611571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STAIRCASE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7206D6-0A0B-9831-EE69-068E8533DCB6}"/>
              </a:ext>
            </a:extLst>
          </p:cNvPr>
          <p:cNvSpPr txBox="1"/>
          <p:nvPr/>
        </p:nvSpPr>
        <p:spPr>
          <a:xfrm>
            <a:off x="8036885" y="4634566"/>
            <a:ext cx="2272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CHESS</a:t>
            </a:r>
          </a:p>
        </p:txBody>
      </p:sp>
      <p:pic>
        <p:nvPicPr>
          <p:cNvPr id="19" name="Picture 18" descr="Chees game">
            <a:extLst>
              <a:ext uri="{FF2B5EF4-FFF2-40B4-BE49-F238E27FC236}">
                <a16:creationId xmlns:a16="http://schemas.microsoft.com/office/drawing/2014/main" id="{CB3959D4-95AB-A9B3-5DAC-BE6F0FA79C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13" t="-1202" r="23176" b="6158"/>
          <a:stretch>
            <a:fillRect/>
          </a:stretch>
        </p:blipFill>
        <p:spPr>
          <a:xfrm>
            <a:off x="8036941" y="1714500"/>
            <a:ext cx="2857500" cy="28575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6272407-2331-4211-F4A5-E24CCBC18B50}"/>
              </a:ext>
            </a:extLst>
          </p:cNvPr>
          <p:cNvSpPr/>
          <p:nvPr/>
        </p:nvSpPr>
        <p:spPr>
          <a:xfrm>
            <a:off x="395376" y="2302286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EFFEF0-1554-E9E6-A4AD-704F869924D9}"/>
              </a:ext>
            </a:extLst>
          </p:cNvPr>
          <p:cNvSpPr/>
          <p:nvPr/>
        </p:nvSpPr>
        <p:spPr>
          <a:xfrm rot="5400000">
            <a:off x="2082074" y="4021271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E7A2B5-992C-EB93-CE54-83BD6079D905}"/>
              </a:ext>
            </a:extLst>
          </p:cNvPr>
          <p:cNvSpPr/>
          <p:nvPr/>
        </p:nvSpPr>
        <p:spPr>
          <a:xfrm rot="5400000">
            <a:off x="9946926" y="-897338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4DD56B-1103-3832-B35F-8E4B64238A10}"/>
              </a:ext>
            </a:extLst>
          </p:cNvPr>
          <p:cNvSpPr/>
          <p:nvPr/>
        </p:nvSpPr>
        <p:spPr>
          <a:xfrm rot="10800000">
            <a:off x="11633624" y="821647"/>
            <a:ext cx="172994" cy="35463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61D22A5-6900-DED8-3418-26423DEB2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75" t="1866" r="26382" b="3090"/>
          <a:stretch>
            <a:fillRect/>
          </a:stretch>
        </p:blipFill>
        <p:spPr>
          <a:xfrm>
            <a:off x="952500" y="1714500"/>
            <a:ext cx="2857500" cy="28575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7BC5DA3-9B0A-D985-553C-D432CFCF2341}"/>
              </a:ext>
            </a:extLst>
          </p:cNvPr>
          <p:cNvSpPr txBox="1"/>
          <p:nvPr/>
        </p:nvSpPr>
        <p:spPr>
          <a:xfrm>
            <a:off x="568370" y="382137"/>
            <a:ext cx="6468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&amp; Stills</a:t>
            </a:r>
          </a:p>
        </p:txBody>
      </p:sp>
    </p:spTree>
    <p:extLst>
      <p:ext uri="{BB962C8B-B14F-4D97-AF65-F5344CB8AC3E}">
        <p14:creationId xmlns:p14="http://schemas.microsoft.com/office/powerpoint/2010/main" val="2069852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Genetics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1</cp:revision>
  <dcterms:created xsi:type="dcterms:W3CDTF">2025-11-10T07:47:15Z</dcterms:created>
  <dcterms:modified xsi:type="dcterms:W3CDTF">2025-11-10T07:48:23Z</dcterms:modified>
</cp:coreProperties>
</file>