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029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64592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高效动力链方案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结构减重 · 传动效率 · 耐久验证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9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以更轻的传动单元和更稳定的材料连接方式，提升小型赛车平台的动力响应与可靠性。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321935" cy="4250055"/>
          </a:xfrm>
          <a:prstGeom prst="rect">
            <a:avLst/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199339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13432"/>
            <a:ext cx="4809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智能变速总成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770632"/>
            <a:ext cx="4809744" cy="21671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将传统滑动导向改为低阻尼滚柱导轨，并采用复合包覆传动带。新结构降低局部发热，扩大速比调节窗口，使起步和中高速巡航的动力输出更加平顺。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96747" y="5913501"/>
            <a:ext cx="4809744" cy="0"/>
          </a:xfrm>
          <a:prstGeom prst="line">
            <a:avLst/>
          </a:prstGeom>
          <a:noFill/>
          <a:ln w="21590">
            <a:solidFill>
              <a:srgbClr val="38BDF8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335" y="1783080"/>
            <a:ext cx="5321935" cy="428117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92240" y="199339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92240" y="2313432"/>
            <a:ext cx="4809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高强复合半轴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770632"/>
            <a:ext cx="4809744" cy="21671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采用碳纤维多向铺层与分段固化工艺，优化花键端过渡区域的受力路径。连接面通过韧性胶膜与金属嵌件协同承载，兼顾轻量化和扭转载荷稳定性。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92240" y="5913501"/>
            <a:ext cx="4809744" cy="0"/>
          </a:xfrm>
          <a:prstGeom prst="line">
            <a:avLst/>
          </a:prstGeom>
          <a:noFill/>
          <a:ln w="2159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865" y="6060440"/>
            <a:ext cx="1828800" cy="368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78865" y="6286500"/>
            <a:ext cx="1828800" cy="414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传动损耗下降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03320" y="6026150"/>
            <a:ext cx="1828800" cy="429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52%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703320" y="6286500"/>
            <a:ext cx="1828800" cy="398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总成质量减轻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27775" y="6059805"/>
            <a:ext cx="1828800" cy="347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27775" y="6285865"/>
            <a:ext cx="18288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接合强度提升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52230" y="6016625"/>
            <a:ext cx="1828800" cy="420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5.5h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952230" y="6287135"/>
            <a:ext cx="1828800" cy="387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耐久循环增加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64592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整车性能协同优化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0" y="25603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气动布局 · 人机空间 · 安全体验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06070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围绕尾部气流、驾驶姿态与防护结构进行协同设计，让车辆在高速稳定性和操作舒适度之间取得更好的平衡。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1847215"/>
            <a:ext cx="5321935" cy="4322445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2057400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AERO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77440"/>
            <a:ext cx="4809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尾部导流组件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4809744" cy="21214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以双曲率翼面、短端板和尾部整流片形成连续导流通道，减少分离涡的能量损失。高速工况下车尾压力恢复更稳定，方向修正更轻。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96112" y="5970524"/>
            <a:ext cx="4809744" cy="0"/>
          </a:xfrm>
          <a:prstGeom prst="line">
            <a:avLst/>
          </a:prstGeom>
          <a:noFill/>
          <a:ln w="21590">
            <a:solidFill>
              <a:srgbClr val="22C55E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335" y="1847215"/>
            <a:ext cx="5321935" cy="4331335"/>
          </a:xfrm>
          <a:prstGeom prst="rect">
            <a:avLst/>
          </a:prstGeom>
          <a:solidFill>
            <a:srgbClr val="F3E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92240" y="2057400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COCKPIT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8097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座舱轻量布局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809744" cy="21214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将踏板组、转向柱和防滚架交汇点重新布置，保留关键防护空间的同时压缩冗余支架。驾驶员腿部活动范围更大，进出车动作更自然。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92240" y="5970524"/>
            <a:ext cx="4809744" cy="0"/>
          </a:xfrm>
          <a:prstGeom prst="line">
            <a:avLst/>
          </a:prstGeom>
          <a:noFill/>
          <a:ln w="2159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865" y="6174740"/>
            <a:ext cx="1828800" cy="358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C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78865" y="6529070"/>
            <a:ext cx="1828800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尾涡强度降低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03320" y="6174740"/>
            <a:ext cx="1828800" cy="358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8BD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0.34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703320" y="6529070"/>
            <a:ext cx="1828800" cy="312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目标阻力系数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27775" y="6174105"/>
            <a:ext cx="1828800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120mm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27775" y="6528435"/>
            <a:ext cx="1828800" cy="329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腿部空间增加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52230" y="6174740"/>
            <a:ext cx="1828800" cy="358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15%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952230" y="6528435"/>
            <a:ext cx="1828800" cy="329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框架利用率提升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WPS 演示</Application>
  <PresentationFormat>On-screen Show (16:9)</PresentationFormat>
  <Paragraphs>68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Noto Sans CJK SC</vt:lpstr>
      <vt:lpstr>FFont-Family</vt:lpstr>
      <vt:lpstr>Noto Sans CJK SC</vt:lpstr>
      <vt:lpstr>Noto Sans CJK SC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