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青岚科技标准封面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模板示例：深蓝底 + 绿色强调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Template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指标页样式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7AE60"/>
                </a:solidFill>
                <a:latin typeface="Noto Sans CJK SC"/>
              </a:rPr>
              <a:t>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指标A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7AE60"/>
                </a:solidFill>
                <a:latin typeface="Noto Sans CJK SC"/>
              </a:rPr>
              <a:t>8h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指标B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7AE60"/>
                </a:solidFill>
                <a:latin typeface="Noto Sans CJK SC"/>
              </a:rPr>
              <a:t>6/8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指标C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结论页样式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一句结论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一个行动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一个责任人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青岚科技演示模板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