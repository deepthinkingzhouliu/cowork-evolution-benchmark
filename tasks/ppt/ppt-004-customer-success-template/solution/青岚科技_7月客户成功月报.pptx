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可用性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Sheet1!$A$2:$A$3</c:f>
              <c:strCache>
                <c:ptCount val="2"/>
                <c:pt idx="0">
                  <c:v>实际</c:v>
                </c:pt>
                <c:pt idx="1">
                  <c:v>目标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98.6</c:v>
                </c:pt>
                <c:pt idx="1">
                  <c:v>99.0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7月客户成功月报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服务健康度、成功计划与风险客户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青岚科技｜客户成功部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青岚科技｜客户成功部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7AE60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首响达标，可用性与成功计划仍有缺口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7AE60"/>
                </a:solidFill>
                <a:latin typeface="Noto Sans CJK SC"/>
              </a:rPr>
              <a:t>98.6%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平台可用性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7AE60"/>
                </a:solidFill>
                <a:latin typeface="Noto Sans CJK SC"/>
              </a:rPr>
              <a:t>7.4h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平均首响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7AE60"/>
                </a:solidFill>
                <a:latin typeface="Noto Sans CJK SC"/>
              </a:rPr>
              <a:t>6/8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成功计划完成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青岚科技｜客户成功部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7AE60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可用性低于 99.0% 目标 0.4 个百分点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缺口来自华南区域一次故障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01168" cy="201168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89864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改进项需与8月稳定性发布配对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青岚科技｜客户成功部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7AE60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两个高风险客户需单独建立恢复计划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1203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客户</a:t>
                      </a:r>
                    </a:p>
                  </a:txBody>
                  <a:tcPr marL="73152" marR="73152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风险信号</a:t>
                      </a:r>
                    </a:p>
                  </a:txBody>
                  <a:tcPr marL="73152" marR="73152"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本月动作</a:t>
                      </a:r>
                    </a:p>
                  </a:txBody>
                  <a:tcPr marL="73152" marR="73152">
                    <a:solidFill>
                      <a:srgbClr val="27AE60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海星物流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接口超时3次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完成容量评估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东湾零售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关键用户活跃下降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开展管理员培训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青岚科技｜客户成功部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7AE60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两项延后计划必须在 8月20日前关闭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429000"/>
            <a:ext cx="10012680" cy="7315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282696"/>
            <a:ext cx="36576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Noto Sans CJK SC"/>
              </a:rPr>
              <a:t>8月5日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确认责任人与交付物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9" y="3282696"/>
            <a:ext cx="36576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7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Noto Sans CJK SC"/>
              </a:rPr>
              <a:t>8月12日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客户联合验收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3282696"/>
            <a:ext cx="365760" cy="36576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Noto Sans CJK SC"/>
              </a:rPr>
              <a:t>8月20日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关闭计划与归档证据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青岚科技｜客户成功部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7AE60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8月管理重点：稳定性、两项计划、两个风险客户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可用性回到99.0%以上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延后计划在8月20日前全部关闭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高风险客户每周更新恢复信号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青岚科技｜客户成功部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青岚科技｜客户成功部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7AE60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客户成功月报套模板生成</dc:title>
  <dc:subject>template_based_generation</dc:subject>
  <dc:creator>青岚科技（合成）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