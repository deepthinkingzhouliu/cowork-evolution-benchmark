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
        <p:nvSpPr>
          <p:cNvPr id="93" name="TextBox 92"/>
          <p:cNvSpPr txBox="1"/>
          <p:nvPr/>
        </p:nvSpPr>
        <p:spPr>
          <a:xfrm>
            <a:off x="91440" y="6949440"/>
            <a:ext cx="2286000" cy="182880"/>
          </a:xfrm>
          <a:prstGeom prst="rect">
            <a:avLst/>
          </a:prstGeom>
          <a:noFill/>
        </p:spPr>
        <p:txBody>
          <a:bodyPr wrap="none">
            <a:spAutoFit/>
          </a:bodyPr>
          <a:lstStyle/>
          <a:p>
            <a:r>
              <a:t>solution/Golden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0"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0"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0"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