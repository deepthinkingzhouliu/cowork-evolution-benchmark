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故障恢复时间(分钟)</c:v>
                </c:pt>
              </c:strCache>
            </c:strRef>
          </c:tx>
          <c:spPr>
            <a:solidFill>
              <a:srgbClr val="00A8A8"/>
            </a:solidFill>
          </c:spPr>
          <c:cat>
            <c:strRef>
              <c:f>Sheet1!$A$2:$A$3</c:f>
              <c:strCache>
                <c:ptCount val="2"/>
                <c:pt idx="0">
                  <c:v>改造前</c:v>
                </c:pt>
                <c:pt idx="1">
                  <c:v>试点后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交易平台高可用改造｜管理层决策稿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用更快恢复与更低运行成本支撑业务增长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投资评审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曙光交易平台｜管理层决策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0A8A8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改造后，故障恢复时间从 47 降至 18 分钟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00A8A8"/>
                </a:solidFill>
                <a:latin typeface="Noto Sans CJK SC"/>
              </a:rPr>
              <a:t>99.95%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目标可用性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00A8A8"/>
                </a:solidFill>
                <a:latin typeface="Noto Sans CJK SC"/>
              </a:rPr>
              <a:t>18分钟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试点恢复时间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00A8A8"/>
                </a:solidFill>
                <a:latin typeface="Noto Sans CJK SC"/>
              </a:rPr>
              <a:t>320万元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年化节省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曙光交易平台｜管理层决策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0A8A8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恢复时间缩短 62%，业务暴露窗口明显下降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意味着订单中断时间更短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试点结果不等于大促峰值保证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曙光交易平台｜管理层决策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0A8A8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投资对应三个可验证的业务收益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投入方向</a:t>
                      </a:r>
                    </a:p>
                  </a:txBody>
                  <a:tcPr marL="73152" marR="73152">
                    <a:solidFill>
                      <a:srgbClr val="00A8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业务收益</a:t>
                      </a:r>
                    </a:p>
                  </a:txBody>
                  <a:tcPr marL="73152" marR="73152">
                    <a:solidFill>
                      <a:srgbClr val="00A8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验证指标</a:t>
                      </a:r>
                    </a:p>
                  </a:txBody>
                  <a:tcPr marL="73152" marR="73152">
                    <a:solidFill>
                      <a:srgbClr val="00A8A8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更早识别风险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减少突发中断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事前告警覆盖率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需求到来前扩容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降低高峰排队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订单延迟率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缩短恢复路径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缩短业务中断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恢复时间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曙光交易平台｜管理层决策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0A8A8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6 周分三阶段上线，每阶段都保留回退能力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00A8A8"/>
                </a:solidFill>
                <a:latin typeface="Noto Sans CJK SC"/>
              </a:rPr>
              <a:t>1–2周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5%流量验证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00A8A8"/>
                </a:solidFill>
                <a:latin typeface="Noto Sans CJK SC"/>
              </a:rPr>
              <a:t>3–4周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30%流量 + 峰值演练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00A8A8"/>
                </a:solidFill>
                <a:latin typeface="Noto Sans CJK SC"/>
              </a:rPr>
              <a:t>5–6周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分时段全量切换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486400"/>
            <a:ext cx="7040880" cy="50292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5550408"/>
            <a:ext cx="6675120" cy="32918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</a:rPr>
              <a:t>任一门槛未达成 -&gt; 暂停扩大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曙光交易平台｜管理层决策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0A8A8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建议批准：以 99.95% 和大促演练作为上线门槛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批准6周实施窗口与配套资源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要求第4周前完成大促峰值演练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财务收益按实际节省复核，不将试点估算当作已实现收益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00A8A8"/>
          </a:solidFill>
          <a:ln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曙光交易平台｜管理层决策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曙光交易平台｜管理层决策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00A8A8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技术架构稿管理层改写</dc:title>
  <dc:subject>audience_adaptation</dc:subject>
  <dc:creator>曙光交易平台（合成）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