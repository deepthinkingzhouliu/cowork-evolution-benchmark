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2" autoAdjust="0"/>
    <p:restoredTop sz="94660"/>
  </p:normalViewPr>
  <p:slideViewPr>
    <p:cSldViewPr>
      <p:cViewPr>
        <p:scale>
          <a:sx n="90" d="100"/>
          <a:sy n="90" d="100"/>
        </p:scale>
        <p:origin x="-1014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FE583-62B4-4FE3-910C-18E5F6C49FDD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74681-3FFF-4CBA-8C45-6CD688C5D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7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6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3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3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8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5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0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3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8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862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0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3.jpeg"/><Relationship Id="rId5" Type="http://schemas.openxmlformats.org/officeDocument/2006/relationships/hyperlink" Target="http://www.google.com/aclk?sa=l&amp;ai=CGoJ18zC6UaifB7P36AGXr4C4A8zP7NAD7MDXq0WE_v6fRggGEAEoCFDXxZbtBmDJhqOH1KOAEKABrrKN7APIAQeqBCdP0BwUeZN3bqBvv5D8ulZRrPpDFDWWS3-Zx1qOZW3XtfM5O9jafVvABQWgBiaAB7rN8hPgEv7pg6Xj87GA-QE&amp;sig=AOD64_0oElAmUIoQnElhKF_7ODA7gD-YSQ&amp;ctype=5&amp;ved=0CI8BEPMO&amp;adurl=http://www.todofut.com/ken0047990810.html?CAWELAID=1582031034&amp;catargetid=1390034507&amp;cagpspn=pla" TargetMode="External"/><Relationship Id="rId6" Type="http://schemas.openxmlformats.org/officeDocument/2006/relationships/image" Target="../media/image14.jpeg"/><Relationship Id="rId7" Type="http://schemas.openxmlformats.org/officeDocument/2006/relationships/hyperlink" Target="http://www.crwflags.com/fotw/images/e/eg.gif" TargetMode="External"/><Relationship Id="rId8" Type="http://schemas.openxmlformats.org/officeDocument/2006/relationships/image" Target="../media/image15.gif"/><Relationship Id="rId9" Type="http://schemas.openxmlformats.org/officeDocument/2006/relationships/image" Target="../media/image16.jpeg"/><Relationship Id="rId10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African Dialogue &amp; U.S. FTC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6172"/>
            <a:ext cx="1097280" cy="118162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"/>
            <a:ext cx="1314839" cy="1295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4" descr="http://africananalyst.net/wp-content/uploads/2012/06/nigeria-fla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09160" y="2057400"/>
            <a:ext cx="1600200" cy="1280160"/>
          </a:xfrm>
          <a:prstGeom prst="rect">
            <a:avLst/>
          </a:prstGeom>
          <a:noFill/>
        </p:spPr>
      </p:pic>
      <p:sp>
        <p:nvSpPr>
          <p:cNvPr id="8" name="AutoShape 2" descr="data:image/jpeg;base64,/9j/4AAQSkZJRgABAQAAAQABAAD/4QBgRXhpZgAASUkqAAgAAAACADEBAgAHAAAAJgAAAGmHBAABAAAALgAAAAAAAABQaWNhc2EAAAMAAJAHAAQAAAAwMjIwAqAEAAEAAABkAAAAA6AEAAEAAABkAAAAAAAAAP/bAIQAAwICBwgICAgICAcICAgICAgICAcICAYICAgICQgICAgICAgHCAgICAgHCAgICggICAgJFQkICAsNEAgOCAgJCAEDBAQGBQYKBgYKEA0KDBANCg4NDBAPDAwNDA0ODAgODQ4NDAwMCA4QDA4LDQ0MDQ0NDAwMDA0NDA0MCA0OCA0N/8AAEQgAZABkAwERAAIRAQMRAf/EAB0AAQACAgMBAQAAAAAAAAAAAAAFBgQIAQMHCQr/xABJEAABAwICAQ8HCQUJAAAAAAABAgMEAAUGERIHCBMXGSFRVFVWkpOV09QJGCIxQWFxFCMyNHSBkbPBFSQ1QtEWJTNDU2NyobH/xAAcAQEAAQUBAQAAAAAAAAAAAAAAAwEEBQYHAgj/xABDEQABAgMBCwgHBQkBAAAAAAAAAQIDBBEhBRITMUFRUmGRodEGFBUWYoGSsQcXM1NxcsEiQkOy4SMyNXOCosLw8ST/2gAMAwEAAhEDEQA/APqnQCgFAKAUAoBQCgFAKAUAoBQHFAc0AoBQCgFAKAUAoBQCgFAKA/NxqnavGIE3K4BN5vCQJ0sAJuMtIAD7gAAD4AAG8AABQFa2/cRctXrtKZ39ANv3EXLV67Smd/QDb9xFy1eu0pnf0A2/cRctXrtKZ39ANv3EXLV67Smd/QDb9xFy1eu0pnf0A2/cRctXrtKZ39ANv3EXLV67Smd/QDb9xFy1eu0pnf0A2/cRctXrtKZ39ANv3EXLV67Smd/QEpatXG/qSSbzeidLL+JzR7BwSKAq+qn/ABO4/b5n57lAVegFAKA9U1tepCxfrmLSuQIsmZHkJtzq/wDANwbRszDMg6KilmQltxjSQNMOONqAXoltYFCxRhKVCkvw5TK2JUZ1bD7LgyW262opUg5ZgkKG8QSCMiCQQS1lURVWiY/97zLxHqeT4bbLsmO4y2+lK2lLyyWlSG3U+onRJadbXkrROitJ9tQsjMetGrb/AMX6oZOZuXNSrEiRoatatlcy1VtFotUWrVSi0WqKek63zW8qurNzuUpS49mssN2VOlJ0Qpx4JPyW3xyveMmU9ooz0VJSg6SvSWyhyYxZ4oaAUAoBQE1ZPoH/AJH/AMFAfQ+b5IW4XFa7gm+2xpM5SpiWlsvFbaZRL4bUQsAqQF6JIAGYNUqhIkN6pW9XYdO4qXHnDauoe7ylT1gn6K7BuKlx5w2rqHu8pUYJ+iuwbipcecNq6h7vKVGCforsM+weRyvEV9mTHxJbGn47rb7DqGHtJp5laXGnE5rI0kOJSoZg74pVCmCfkauxSG8oVqdITiCJOkKhG4vWuOZ6ICVBh2WyXGkzvT9JOzMpS2llektIjjNTg0Fr166s4rGpCZjXH8P1Oxej3k8kzGdPx0W9h2MRUpV+OtuimJM6lq17Gp7HTbmG9AaLE9uCkA5fNnDeG1DL3pU0FA7++fec7Ob/APOjIjLFRU2XrTP8m2dKxI8rMpfNjQnPX5uczCX2pUrZSmIs+DdaDNveBrPZrXc7ZAhOuuz7m64hxci4TdmVoodSgpS23EKQ0QpTilLjskbGllOybPBjJGYkRMpxG6Vy40hNRJZ6KqsWlURbUxovelFPONxVuPOG1dQ93lTVMbgn6K7BuKlx5w2rqHu8pUYJ+iuwbipcecNq6h7vKVGCforsG4qXHnDauoe7ylUGCforsMqJ5GW5oGQxBafXnvx3zwf7opVM4wMTRXYpr3ixsfKpW8PrL/sH+quubzNkV/xXzPtW4bUW50tVE9nDXElbWoRWgOCrapnLxuYaA4KVF43MNAcFKi8bmOQgcFKi8bm8ir4SvuyvzEexDo0fgAWzvcGaAfiazc/LJDgwnpmt/Mcx5LXZdO3Rn4LsTX1amRET9jYn9Ne82x1y+qd8th25OitJfW1PWVpUgKP7GsUAltSgA4gSYkxsqTmM0fEDxPRliQ2JTH9r+1qEnJa5aSs1HdfIt4iwkottMNHi2pkWjm9y5TU3Bd82ZcsHf0X8055fQIKAPu2PP76kuhLpBZCVqZKfX6kfJC7C3RmJ5sS29iXzdTVqyndeVLRoDgFYOp068bmGgOClReNzDQHBSovG5hoDgpUYNuYzYLCcjmkHf9oHu91SNtQtojURbDKxZ9alfaX/AM1dSzXtXfF3mY64X8Nlv5UP8qETVqZ4UAoDkVU8qULU+hqTKnZg+isp/FayP+hn94rZrqPRZeFTKldxwzkJLPhXWuhffdVWrrrEcuP4JU3H10GO5Uy3YaZfiMxkQbemOhbStLZlLhWuTnobGnYUpiSIitjClem44P5U1YzsRXw4SKlKJTchtHJeShQZueeyIr1e9Xqip+6iPiw8dbVVzXW5kTLU031MYSkuzMwRktKN/wBpCnM/w3vxq/uvER0OFTNXyNY9Hco+HOTyuSxHIzvq9eG0vprVzuaChUUAoDPg+o/H+lSsxFpFxm5MfWlYRkJD7+Lokd98bM8wp2CFMOu+m4yQqQFAtOKUghQCs0nPI5itjjSUs56qsWlq5vjnPmGT9KyykFksjIf7NqM/f0UvfodnmZ4L56Q+tgeJqHmUp75Nxd+uFdCF4x5meC+ekPrYHiacylPfJuHrhXQheMeZngvnpD62B4mqcylPfJuHrhXQheM5Gs0wXzzh9dA8TVUkZTJGTcVT0wOVaIyF4zXfXD6h1vskpv8AZtxbucaaz8oEhCmjm4hSmVgbEtaS36ACXAci4l5PrbVVpPMvMG1rr5t7YvedB5DcoJW6/Oo0NGtjOckRzWrVFSiQ0cmWllutanumvYgNJgt6GQ0Lu023lvfN/wBmsO55e7NKKvbppSGlNL/BpjOQ73LOLVccFyrVbK85j8fMg9SbWeYZdt8eXcMSxrdKnJMpyKtyInRC1KQgpLr6VKGTeisgZB5LqN4trArzaFEhQ1jRaUSxLDVZv0iy1ypyYhyjGK171crldS+ciI1VRM1W2bS3nWZ4L56Q+tgeJqPmUp75NxGvpgcn3IXjHmZ4L56Q+tgeJpzKU98m4p64V0IXjHmZ4L56Q+tgeJqvMpT3ybh64V0IXjHmZ4L56Q+tgeJpzGUX8ZNw9cK6EPxncxrN8G5b2M4nr9jtv8RXtJGWT8XyPK+l1XW4OH41NPMUj96lfaH/AMxda7Ne2f8AM7zPj+d9vE+Z3mpF1aFiKAUBmWdhlTrSX1raYLiA842jZVttFQ2RbaP51pb0ilJyBUADkCSJoSNV6I9aJlLiAjVeiPWja2rqM7GWIzMfW6UBpshDbDCVFaY0ZpIbjx0KIGkGmkpSV5AqWFuK9JxRMkaMsR99kxImRETIbdcPlRM3Guky6Et937CsxI6HiVq+epbS36quq6u5MQmVBQ+ThC3VKy+cfTbrTbivePq/u0rG9/m+7IXMzOYZrW5rV12In0Oo3V9IsvDlIsK5TXNix2qxyrZgmLEixla3Oq4SiLkpXGpW2L405AVFf0tkjubNAWAVZbMpCZkVe/6LToCJTZyyS8w8BkZriqjSKjoKw3Y0tavmn1OFtjNfAWHExt+01fNv1+JWjViY0VQoKAUKkjbUjRPx/QVI0mZiOzFX1qV9pf8AzF1cTXtn/M7zJ5z28T5neakVVmWIoBQAGgGdCtRnVRVRnVAKqUFUAoBQElbfon4/oKkaTsxH0tn+TCsTjjjhn3cFxa3CAuLkCtRUQP3T1AnezzNb2+48B7lctbbcf6HSIlwpaI9XrfW240y9x07lpYeP3fpxfCVF0LL693A8dXpXtbU4DctLDx+79OL4SnQsvr3cB1ele1tTgNy0sPH7v04vhKdCy+vdwHV6V7W1OA3LSw8fu/Ti+Ep0LL693AdXpXtbU4DctLDx+79OL4SnQsvr3cB1ele1tTgNy0sPH7v04vhKdCy+vdwHV6V7W1OA3LSw8fu/Ti+Ep0LL693AdXpXtbU4DctLDx+79OL4SnQsvr3cB1ele1tTgNy0sPH7v04vhKdCy+vdwHV6V7W1OA3LSw8fu/Ti+Ep0LL693AdXpXtbU4DctbDx+79OL4SnQsvr3cB1dle1tTgSVs8mRh1CSFSrs4Sc8y8wjIZAZZIigezPP17/AMK9dDS+vaek5PyqZ9v6G3tZ82UUAoBQCgFAKAUAoBQCgFAKAUAoBQCgFAKAUAoBQCgFAKAUB//Z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0" y="-422275"/>
            <a:ext cx="8191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" descr="data:image/jpeg;base64,/9j/4AAQSkZJRgABAQAAAQABAAD/4QBgRXhpZgAASUkqAAgAAAACADEBAgAHAAAAJgAAAGmHBAABAAAALgAAAAAAAABQaWNhc2EAAAMAAJAHAAQAAAAwMjIwAqAEAAEAAABkAAAAA6AEAAEAAABkAAAAAAAAAP/bAIQAAwICBwgICAgICAcICAgICAgICAcICAYICAgICQgICAgICAgHCAgICAgHCAgICggICAgJFQkICAsNEAgOCAgJCAEDBAQGBQYKBgYKEA0KDBANCg4NDBAPDAwNDA0ODAgODQ4NDAwMCA4QDA4LDQ0MDQ0NDAwMDA0NDA0MCA0OCA0N/8AAEQgAZABkAwERAAIRAQMRAf/EAB0AAQACAgMBAQAAAAAAAAAAAAAFBgQIAQMHCQr/xABJEAABAwICAQ8HCQUJAAAAAAABAgMEAAUGERIHCBMXGSFRVFVWkpOV09QJGCIxQWFxFCMyNHSBkbPBFSQ1QtEWJTNDU2NyobH/xAAcAQEAAQUBAQAAAAAAAAAAAAAAAwEEBQYHAgj/xABDEQABAgMBCwgHBQkBAAAAAAAAAQIDBBEhBRITMUFRUmGRodEGFBUWYoGSsQcXM1NxcsEiQkOy4SMyNXOCosLw8ST/2gAMAwEAAhEDEQA/APqnQCgFAKAUAoBQCgFAKAUAoBQHFAc0AoBQCgFAKAUAoBQCgFAKA/NxqnavGIE3K4BN5vCQJ0sAJuMtIAD7gAAD4AAG8AABQFa2/cRctXrtKZ39ANv3EXLV67Smd/QDb9xFy1eu0pnf0A2/cRctXrtKZ39ANv3EXLV67Smd/QDb9xFy1eu0pnf0A2/cRctXrtKZ39ANv3EXLV67Smd/QDb9xFy1eu0pnf0A2/cRctXrtKZ39ANv3EXLV67Smd/QEpatXG/qSSbzeidLL+JzR7BwSKAq+qn/ABO4/b5n57lAVegFAKA9U1tepCxfrmLSuQIsmZHkJtzq/wDANwbRszDMg6KilmQltxjSQNMOONqAXoltYFCxRhKVCkvw5TK2JUZ1bD7LgyW262opUg5ZgkKG8QSCMiCQQS1lURVWiY/97zLxHqeT4bbLsmO4y2+lK2lLyyWlSG3U+onRJadbXkrROitJ9tQsjMetGrb/AMX6oZOZuXNSrEiRoatatlcy1VtFotUWrVSi0WqKek63zW8qurNzuUpS49mssN2VOlJ0Qpx4JPyW3xyveMmU9ooz0VJSg6SvSWyhyYxZ4oaAUAoBQE1ZPoH/AJH/AMFAfQ+b5IW4XFa7gm+2xpM5SpiWlsvFbaZRL4bUQsAqQF6JIAGYNUqhIkN6pW9XYdO4qXHnDauoe7ylT1gn6K7BuKlx5w2rqHu8pUYJ+iuwbipcecNq6h7vKVGCforsM+weRyvEV9mTHxJbGn47rb7DqGHtJp5laXGnE5rI0kOJSoZg74pVCmCfkauxSG8oVqdITiCJOkKhG4vWuOZ6ICVBh2WyXGkzvT9JOzMpS2llektIjjNTg0Fr166s4rGpCZjXH8P1Oxej3k8kzGdPx0W9h2MRUpV+OtuimJM6lq17Gp7HTbmG9AaLE9uCkA5fNnDeG1DL3pU0FA7++fec7Ob/APOjIjLFRU2XrTP8m2dKxI8rMpfNjQnPX5uczCX2pUrZSmIs+DdaDNveBrPZrXc7ZAhOuuz7m64hxci4TdmVoodSgpS23EKQ0QpTilLjskbGllOybPBjJGYkRMpxG6Vy40hNRJZ6KqsWlURbUxovelFPONxVuPOG1dQ93lTVMbgn6K7BuKlx5w2rqHu8pUYJ+iuwbipcecNq6h7vKVGCforsG4qXHnDauoe7ylUGCforsMqJ5GW5oGQxBafXnvx3zwf7opVM4wMTRXYpr3ixsfKpW8PrL/sH+quubzNkV/xXzPtW4bUW50tVE9nDXElbWoRWgOCrapnLxuYaA4KVF43MNAcFKi8bmOQgcFKi8bm8ir4SvuyvzEexDo0fgAWzvcGaAfiazc/LJDgwnpmt/Mcx5LXZdO3Rn4LsTX1amRET9jYn9Ne82x1y+qd8th25OitJfW1PWVpUgKP7GsUAltSgA4gSYkxsqTmM0fEDxPRliQ2JTH9r+1qEnJa5aSs1HdfIt4iwkottMNHi2pkWjm9y5TU3Bd82ZcsHf0X8055fQIKAPu2PP76kuhLpBZCVqZKfX6kfJC7C3RmJ5sS29iXzdTVqyndeVLRoDgFYOp068bmGgOClReNzDQHBSovG5hoDgpUYNuYzYLCcjmkHf9oHu91SNtQtojURbDKxZ9alfaX/AM1dSzXtXfF3mY64X8Nlv5UP8qETVqZ4UAoDkVU8qULU+hqTKnZg+isp/FayP+hn94rZrqPRZeFTKldxwzkJLPhXWuhffdVWrrrEcuP4JU3H10GO5Uy3YaZfiMxkQbemOhbStLZlLhWuTnobGnYUpiSIitjClem44P5U1YzsRXw4SKlKJTchtHJeShQZueeyIr1e9Xqip+6iPiw8dbVVzXW5kTLU031MYSkuzMwRktKN/wBpCnM/w3vxq/uvER0OFTNXyNY9Hco+HOTyuSxHIzvq9eG0vprVzuaChUUAoDPg+o/H+lSsxFpFxm5MfWlYRkJD7+Lokd98bM8wp2CFMOu+m4yQqQFAtOKUghQCs0nPI5itjjSUs56qsWlq5vjnPmGT9KyykFksjIf7NqM/f0UvfodnmZ4L56Q+tgeJqHmUp75Nxd+uFdCF4x5meC+ekPrYHiacylPfJuHrhXQheMeZngvnpD62B4mqcylPfJuHrhXQheM5Gs0wXzzh9dA8TVUkZTJGTcVT0wOVaIyF4zXfXD6h1vskpv8AZtxbucaaz8oEhCmjm4hSmVgbEtaS36ACXAci4l5PrbVVpPMvMG1rr5t7YvedB5DcoJW6/Oo0NGtjOckRzWrVFSiQ0cmWllutanumvYgNJgt6GQ0Lu023lvfN/wBmsO55e7NKKvbppSGlNL/BpjOQ73LOLVccFyrVbK85j8fMg9SbWeYZdt8eXcMSxrdKnJMpyKtyInRC1KQgpLr6VKGTeisgZB5LqN4trArzaFEhQ1jRaUSxLDVZv0iy1ypyYhyjGK171crldS+ciI1VRM1W2bS3nWZ4L56Q+tgeJqPmUp75NxGvpgcn3IXjHmZ4L56Q+tgeJpzKU98m4p64V0IXjHmZ4L56Q+tgeJqvMpT3ybh64V0IXjHmZ4L56Q+tgeJpzGUX8ZNw9cK6EPxncxrN8G5b2M4nr9jtv8RXtJGWT8XyPK+l1XW4OH41NPMUj96lfaH/AMxda7Ne2f8AM7zPj+d9vE+Z3mpF1aFiKAUBmWdhlTrSX1raYLiA842jZVttFQ2RbaP51pb0ilJyBUADkCSJoSNV6I9aJlLiAjVeiPWja2rqM7GWIzMfW6UBpshDbDCVFaY0ZpIbjx0KIGkGmkpSV5AqWFuK9JxRMkaMsR99kxImRETIbdcPlRM3Guky6Et937CsxI6HiVq+epbS36quq6u5MQmVBQ+ThC3VKy+cfTbrTbivePq/u0rG9/m+7IXMzOYZrW5rV12In0Oo3V9IsvDlIsK5TXNix2qxyrZgmLEixla3Oq4SiLkpXGpW2L405AVFf0tkjubNAWAVZbMpCZkVe/6LToCJTZyyS8w8BkZriqjSKjoKw3Y0tavmn1OFtjNfAWHExt+01fNv1+JWjViY0VQoKAUKkjbUjRPx/QVI0mZiOzFX1qV9pf8AzF1cTXtn/M7zJ5z28T5neakVVmWIoBQAGgGdCtRnVRVRnVAKqUFUAoBQElbfon4/oKkaTsxH0tn+TCsTjjjhn3cFxa3CAuLkCtRUQP3T1AnezzNb2+48B7lctbbcf6HSIlwpaI9XrfW240y9x07lpYeP3fpxfCVF0LL693A8dXpXtbU4DctLDx+79OL4SnQsvr3cB1ele1tTgNy0sPH7v04vhKdCy+vdwHV6V7W1OA3LSw8fu/Ti+Ep0LL693AdXpXtbU4DctLDx+79OL4SnQsvr3cB1ele1tTgNy0sPH7v04vhKdCy+vdwHV6V7W1OA3LSw8fu/Ti+Ep0LL693AdXpXtbU4DctLDx+79OL4SnQsvr3cB1ele1tTgNy0sPH7v04vhKdCy+vdwHV6V7W1OA3LSw8fu/Ti+Ep0LL693AdXpXtbU4DctbDx+79OL4SnQsvr3cB1dle1tTgSVs8mRh1CSFSrs4Sc8y8wjIZAZZIigezPP17/AMK9dDS+vaek5PyqZ9v6G3tZ82UUAoBQCgFAKAUAoBQCgFAKAUAoBQCgFAKAUAoBQCgFAKAUB//Z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152400" y="-269875"/>
            <a:ext cx="8191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http://t1.gstatic.com/images?q=tbn:ANd9GcQq1mQlZuNRkb8qgQ6x_LpqkH1gCafr3XGST37_qPd3P_hQyRH_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2057400"/>
            <a:ext cx="160020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[Flag of Egypt]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" y="4434840"/>
            <a:ext cx="160020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t0.gstatic.com/images?q=tbn:ANd9GcSjZSbHPUpPSOR_PjvCLZXOP-LTOdUmqSrtPp4-vq2dquqA5e34PA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0" y="4434840"/>
            <a:ext cx="1600200" cy="128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TextBox 1032"/>
          <p:cNvSpPr txBox="1"/>
          <p:nvPr/>
        </p:nvSpPr>
        <p:spPr>
          <a:xfrm>
            <a:off x="502920" y="1389888"/>
            <a:ext cx="8138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3F3D26"/>
                </a:solidFill>
                <a:latin typeface="Arial"/>
              </a:rPr>
              <a:t>Regional Liaisons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2331720" y="2286000"/>
            <a:ext cx="2148840" cy="1234440"/>
          </a:xfrm>
          <a:prstGeom prst="rect">
            <a:avLst/>
          </a:prstGeom>
          <a:noFill/>
        </p:spPr>
        <p:txBody>
          <a:bodyPr wrap="square" lIns="45720" rIns="18288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32323"/>
                </a:solidFill>
                <a:latin typeface="Arial"/>
              </a:rPr>
              <a:t>EAST AFRICA - </a:t>
            </a:r>
            <a:r>
              <a:rPr sz="1500">
                <a:solidFill>
                  <a:srgbClr val="232323"/>
                </a:solidFill>
                <a:latin typeface="Arial"/>
              </a:rPr>
              <a:t>Kenyan Competition Authority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6537960" y="2286000"/>
            <a:ext cx="2148840" cy="1234440"/>
          </a:xfrm>
          <a:prstGeom prst="rect">
            <a:avLst/>
          </a:prstGeom>
          <a:noFill/>
        </p:spPr>
        <p:txBody>
          <a:bodyPr wrap="square" lIns="45720" rIns="18288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32323"/>
                </a:solidFill>
                <a:latin typeface="Arial"/>
              </a:rPr>
              <a:t>WEST AFRICA - </a:t>
            </a:r>
            <a:r>
              <a:rPr sz="1500">
                <a:solidFill>
                  <a:srgbClr val="232323"/>
                </a:solidFill>
                <a:latin typeface="Arial"/>
              </a:rPr>
              <a:t>Nigerian Consumer Protection Council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2331720" y="4663440"/>
            <a:ext cx="2148840" cy="1234440"/>
          </a:xfrm>
          <a:prstGeom prst="rect">
            <a:avLst/>
          </a:prstGeom>
          <a:noFill/>
        </p:spPr>
        <p:txBody>
          <a:bodyPr wrap="square" lIns="45720" rIns="18288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32323"/>
                </a:solidFill>
                <a:latin typeface="Arial"/>
              </a:rPr>
              <a:t>NORTH AFRICA - </a:t>
            </a:r>
            <a:r>
              <a:rPr sz="1500">
                <a:solidFill>
                  <a:srgbClr val="232323"/>
                </a:solidFill>
                <a:latin typeface="Arial"/>
              </a:rPr>
              <a:t>Egyptian Consumer Protection Agency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6537960" y="4572000"/>
            <a:ext cx="2148840" cy="1463040"/>
          </a:xfrm>
          <a:prstGeom prst="rect">
            <a:avLst/>
          </a:prstGeom>
          <a:noFill/>
        </p:spPr>
        <p:txBody>
          <a:bodyPr wrap="square" lIns="45720" rIns="18288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500" b="1">
                <a:solidFill>
                  <a:srgbClr val="232323"/>
                </a:solidFill>
                <a:latin typeface="Arial"/>
              </a:rPr>
              <a:t>SOUTHERN AFRICA - </a:t>
            </a:r>
            <a:r>
              <a:rPr sz="1500">
                <a:solidFill>
                  <a:srgbClr val="232323"/>
                </a:solidFill>
                <a:latin typeface="Arial"/>
              </a:rPr>
              <a:t>Zambian Competition and Consumer Protection Commission</a:t>
            </a:r>
          </a:p>
        </p:txBody>
      </p:sp>
    </p:spTree>
    <p:extLst>
      <p:ext uri="{BB962C8B-B14F-4D97-AF65-F5344CB8AC3E}">
        <p14:creationId xmlns:p14="http://schemas.microsoft.com/office/powerpoint/2010/main" val="209609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</TotalTime>
  <Words>847</Words>
  <Application>Microsoft Office PowerPoint</Application>
  <PresentationFormat>On-screen Show (4:3)</PresentationFormat>
  <Paragraphs>147</Paragraphs>
  <Slides>19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The Fifth Annual African Dialogue  Consumer Protection Conference</vt:lpstr>
      <vt:lpstr>The FTC’s International Cooperation The Office of International Affairs   (Consumer Protection) * Provide litigation support * Expand cooperation and information sharing *Develop international e-commerce policies *Provide international technical assistance/collaborations</vt:lpstr>
      <vt:lpstr>INCREASED FTC CROSS BORDER COLLABORATION</vt:lpstr>
      <vt:lpstr>THE AFRICAN CONSUMER  PROTECTION DIALOGUE  * Sharing Information * Best Practices * Cross Border Enforcement Collaboration . . . </vt:lpstr>
      <vt:lpstr>African Dialogue &amp; U.S. FTC</vt:lpstr>
      <vt:lpstr>African Dialogue &amp; U.S. FTC</vt:lpstr>
      <vt:lpstr>African Dialogue &amp; U.S. FTC</vt:lpstr>
      <vt:lpstr>African Dialogue &amp; U.S. FTC</vt:lpstr>
      <vt:lpstr>PowerPoint Presentation</vt:lpstr>
      <vt:lpstr>African Dialogue &amp; U.S. FTC</vt:lpstr>
      <vt:lpstr>African Dialogue &amp; U.S. FTC</vt:lpstr>
      <vt:lpstr>PowerPoint Presentation</vt:lpstr>
      <vt:lpstr>PowerPoint Presentation</vt:lpstr>
      <vt:lpstr>International Consumer Protection and Enforcement Network (ICPEN)</vt:lpstr>
      <vt:lpstr>APRIL 2013 ICPEN Updates</vt:lpstr>
      <vt:lpstr>Mission</vt:lpstr>
      <vt:lpstr>PowerPoint Presentation</vt:lpstr>
      <vt:lpstr>PowerPoint Presentation</vt:lpstr>
      <vt:lpstr>African Dialogue, Zambia CCPC  &amp; U.S. FTC</vt:lpstr>
    </vt:vector>
  </TitlesOfParts>
  <Company>Federal Trade Commission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U.S. FTC’s African Consumer Protection Dialogue</dc:title>
  <dc:creator>Federal Trade Commission</dc:creator>
  <cp:lastModifiedBy>Federal Trade Commission</cp:lastModifiedBy>
  <cp:revision>37</cp:revision>
  <cp:lastPrinted>2013-08-28T00:30:27Z</cp:lastPrinted>
  <dcterms:created xsi:type="dcterms:W3CDTF">2013-06-13T14:39:29Z</dcterms:created>
  <dcterms:modified xsi:type="dcterms:W3CDTF">2013-09-05T17:36:53Z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