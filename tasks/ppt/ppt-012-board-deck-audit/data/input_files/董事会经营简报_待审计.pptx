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营收(亿元)</c:v>
                </c:pt>
              </c:strCache>
            </c:strRef>
          </c:tx>
          <c:spPr>
            <a:solidFill>
              <a:srgbClr val="C7A34B"/>
            </a:solidFill>
          </c:spPr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5.72</c:v>
                </c:pt>
                <c:pt idx="1">
                  <c:v>7.12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2026上半年经营简报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董事会资料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未审计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屿光能源｜董事会资料｜未审计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核心业绩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12.48亿元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营收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19.8%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同比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34.6%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毛利率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屿光能源｜董事会资料｜未审计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季度营收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图表口径见输入材料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屿光能源｜董事会资料｜未审计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业务板块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板块</a:t>
                      </a:r>
                    </a:p>
                  </a:txBody>
                  <a:tcPr marL="73152" marR="73152">
                    <a:solidFill>
                      <a:srgbClr val="C7A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营收</a:t>
                      </a:r>
                    </a:p>
                  </a:txBody>
                  <a:tcPr marL="73152" marR="73152">
                    <a:solidFill>
                      <a:srgbClr val="C7A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同比</a:t>
                      </a:r>
                    </a:p>
                  </a:txBody>
                  <a:tcPr marL="73152" marR="73152">
                    <a:solidFill>
                      <a:srgbClr val="C7A34B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储能系统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7.34亿元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+24.1%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运维服务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3.02亿元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+11.5%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其他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2.48亿元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+8.0%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屿光能源｜董事会资料｜未审计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现金流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2.61亿元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经营现金流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3.4亿元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期末现金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68天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应收周转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屿光能源｜董事会资料｜未审计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继续扩大储能产能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屿光能源｜董事会资料｜未审计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屿光能源｜董事会资料｜未审计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董事会经营简报_待审计</dc:title>
  <dc:subject>synthetic-input-deck</dc:subject>
  <dc:creator>CoworkEvoBench synthetic input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