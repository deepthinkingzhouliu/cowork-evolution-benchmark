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tables with mixed values; no formatting applied.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60109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$15,250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-$15,500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−5.6%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(1.2%)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03181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Change: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-12</a:t>
                      </a:r>
                      <a:r>
                        <a:rPr/>
                        <a:t> units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Δ</a:t>
                      </a:r>
                      <a:r>
                        <a:rPr dirty="0"/>
                        <a:t> month: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15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Range: -3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2025-09-22T19:52:19Z</dcterms:modified>
  <cp:category/>
</cp:coreProperties>
</file>