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Conditional Table Formatting (Negative Numbers) - Original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Multiple tables with mixed values; no formatting applied.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460109"/>
              </p:ext>
            </p:extLst>
          </p:nvPr>
        </p:nvGraphicFramePr>
        <p:xfrm>
          <a:off x="914400" y="1097280"/>
          <a:ext cx="9144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$120,500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$98,300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$22,200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$88,000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$103,250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b="1">
                          <a:solidFill>
                            <a:srgbClr val="FF0000"/>
                          </a:solidFill>
                        </a:rPr>
                        <a:t>$15,250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$74,300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$69,900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$4,400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$78,500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-$15,500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097280"/>
          <a:ext cx="8595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t>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Conversion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Churn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−5.6%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YoY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(1.2%)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703181"/>
              </p:ext>
            </p:extLst>
          </p:nvPr>
        </p:nvGraphicFramePr>
        <p:xfrm>
          <a:off x="914400" y="1097280"/>
          <a:ext cx="9144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Change: </a:t>
                      </a:r>
                      <a:r>
                        <a:rPr b="1">
                          <a:solidFill>
                            <a:srgbClr val="FF0000"/>
                          </a:solidFill>
                        </a:rPr>
                        <a:t>-12</a:t>
                      </a:r>
                      <a:r>
                        <a:rPr/>
                        <a:t> units vs plan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Tickets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Δ</a:t>
                      </a:r>
                      <a:r>
                        <a:rPr dirty="0"/>
                        <a:t> month:</a:t>
                      </a:r>
                      <a:r>
                        <a:rPr lang="en-US" dirty="0"/>
                        <a:t> </a:t>
                      </a:r>
                      <a:r>
                        <a:rPr dirty="0"/>
                        <a:t>15 tasks closed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ARPU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Avg: $42.60; Min: $31.00; Max: $55.10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Backorders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Range: </a:t>
                      </a:r>
                      <a:r>
                        <a:rPr b="1">
                          <a:solidFill>
                            <a:srgbClr val="FF0000"/>
                          </a:solidFill>
                        </a:rPr>
                        <a:t>-3</a:t>
                      </a:r>
                      <a:r>
                        <a:rPr/>
                        <a:t> to 7 items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128</Words>
  <Application>Microsoft Macintosh PowerPoint</Application>
  <PresentationFormat>Widescreen</PresentationFormat>
  <Paragraphs>52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Conditional Table Formatting (Negative Numbers) - Original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2</cp:revision>
  <dcterms:created xsi:type="dcterms:W3CDTF">2013-01-27T09:14:16Z</dcterms:created>
  <dcterms:modified xsi:type="dcterms:W3CDTF">2025-09-22T19:52:19Z</dcterms:modified>
  <cp:category/>
</cp:coreProperties>
</file>