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 b="1">
                          <a:solidFill>
                            <a:srgbClr val="FF0000"/>
                          </a:solidFill>
                        </a:rPr>
                        <a:t>Δ</a:t>
                      </a:r>
                      <a:r>
                        <a:rPr dirty="0" b="1">
                          <a:solidFill>
                            <a:srgbClr val="FF0000"/>
                          </a:solidFill>
                        </a:rPr>
                        <a:t> month:</a:t>
                      </a:r>
                      <a:r>
                        <a:rPr lang="en-US" dirty="0" b="1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dirty="0" b="1">
                          <a:solidFill>
                            <a:srgbClr val="FF0000"/>
                          </a:solidFill>
                        </a:rPr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