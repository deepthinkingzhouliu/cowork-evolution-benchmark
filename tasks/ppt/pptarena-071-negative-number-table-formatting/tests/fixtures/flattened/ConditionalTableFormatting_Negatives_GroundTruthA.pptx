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Conditional Table Formatting (Negative Numbers) -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Multiple tables with mixed values; no formatting applied.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olden-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09728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Conversion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−5.6%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YoY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0000"/>
                          </a:solidFill>
                        </a:rPr>
                        <a:t>(1.2%)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03181"/>
              </p:ext>
            </p:extLst>
          </p:nvPr>
        </p:nvGraphicFramePr>
        <p:xfrm>
          <a:off x="914400" y="1097280"/>
          <a:ext cx="9144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Change: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-12</a:t>
                      </a:r>
                      <a:r>
                        <a:rPr/>
                        <a:t> units vs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Δ</a:t>
                      </a:r>
                      <a:r>
                        <a:rPr dirty="0"/>
                        <a:t> month:</a:t>
                      </a:r>
                      <a:r>
                        <a:rPr lang="en-US" dirty="0"/>
                        <a:t> </a:t>
                      </a:r>
                      <a:r>
                        <a:rPr dirty="0"/>
                        <a:t>15 tasks closed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Avg: $42.60; Min: $31.00; Max: $55.10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t>Backorders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/>
                        <a:t>Range: </a:t>
                      </a:r>
                      <a:r>
                        <a:rPr b="1">
                          <a:solidFill>
                            <a:srgbClr val="FF0000"/>
                          </a:solidFill>
                        </a:rPr>
                        <a:t>-3</a:t>
                      </a:r>
                      <a:r>
                        <a:rPr/>
                        <a:t> to 7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Macintosh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Conditional Table Formatting (Negative Numbers) - Original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2025-09-22T19:52:19Z</dcterms:modified>
  <cp:category/>
</cp:coreProperties>
</file>