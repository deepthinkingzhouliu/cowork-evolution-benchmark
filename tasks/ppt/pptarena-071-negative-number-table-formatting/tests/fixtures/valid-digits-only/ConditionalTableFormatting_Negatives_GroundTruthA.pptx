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  <a:r>
                        <a:rPr/>
                        <a:t>$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/>
                        <a:t>,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-$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15</a:t>
                      </a:r>
                      <a:r>
                        <a:rPr/>
                        <a:t>,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−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/>
                        <a:t>.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(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/>
                        <a:t>.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/>
                        <a:t>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