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仓储安全必修课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新员工入场培训｜先识别风险，再开始作业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安全第一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速达仓配｜安全培训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15B2A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三条红线：任何一条都不能侵犯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E15B2A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人车分流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E15B2A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严禁跨越输送线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E15B2A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货架变形立即上报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速达仓配｜安全培训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15B2A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叉车作业前：按同一方向完成三步检查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3429000"/>
            <a:ext cx="10012680" cy="73152"/>
          </a:xfrm>
          <a:prstGeom prst="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282696"/>
            <a:ext cx="365760" cy="365760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E15B2A"/>
                </a:solidFill>
                <a:latin typeface="Noto Sans CJK SC"/>
              </a:rPr>
              <a:t>1 车前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轮胎与货叉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9" y="3282696"/>
            <a:ext cx="365760" cy="365760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7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E15B2A"/>
                </a:solidFill>
                <a:latin typeface="Noto Sans CJK SC"/>
              </a:rPr>
              <a:t>2 驾驶位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制动与转向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3282696"/>
            <a:ext cx="365760" cy="365760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E15B2A"/>
                </a:solidFill>
                <a:latin typeface="Noto Sans CJK SC"/>
              </a:rPr>
              <a:t>3 车后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灯光与蜂鸣器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5486400"/>
            <a:ext cx="7040880" cy="502920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5550408"/>
            <a:ext cx="6675120" cy="32918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</a:rPr>
              <a:t>检查异常 -&gt; 停止作业 -&gt; 上报值班长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速达仓配｜安全培训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15B2A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紧急情况：先保护人，再保护现场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1203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场景</a:t>
                      </a:r>
                    </a:p>
                  </a:txBody>
                  <a:tcPr marL="73152" marR="73152">
                    <a:solidFill>
                      <a:srgbClr val="E15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第一动作</a:t>
                      </a:r>
                    </a:p>
                  </a:txBody>
                  <a:tcPr marL="73152" marR="73152">
                    <a:solidFill>
                      <a:srgbClr val="E15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后续</a:t>
                      </a:r>
                    </a:p>
                  </a:txBody>
                  <a:tcPr marL="73152" marR="73152">
                    <a:solidFill>
                      <a:srgbClr val="E15B2A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火警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报警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沿绿色通道撤离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人员受伤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停止作业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保护现场并联系值班长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速达仓配｜安全培训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15B2A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测试达 80 分后上岗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在场完成签到与设备点检演示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不足80分者当日补训并重测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安全疑问先问值班长，不凭经验冒险作业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E15B2A"/>
          </a:solidFill>
          <a:ln>
            <a:solidFill>
              <a:srgbClr val="E15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速达仓配｜安全培训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速达仓配｜安全培训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15B2A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仓储安全培训视觉修订</dc:title>
  <dc:subject>visual_editing</dc:subject>
  <dc:creator>速达仓配（合成）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