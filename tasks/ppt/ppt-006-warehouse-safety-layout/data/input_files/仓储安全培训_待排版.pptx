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仓储安全必修课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新员工入场培训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原稿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35400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三条红线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人车分流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严禁跨越输送线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货架变形立即上报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35400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叉车作业前检查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D35400"/>
                </a:solidFill>
                <a:latin typeface="Noto Sans CJK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轮胎与货叉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3282696"/>
            <a:ext cx="365760" cy="365760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D35400"/>
                </a:solidFill>
                <a:latin typeface="Noto Sans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制动与转向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D35400"/>
                </a:solidFill>
                <a:latin typeface="Noto Sans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灯光与蜂鸣器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35400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应急联系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5816"/>
                <a:gridCol w="5385816"/>
              </a:tblGrid>
              <a:tr h="1203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场景</a:t>
                      </a:r>
                    </a:p>
                  </a:txBody>
                  <a:tcPr marL="73152" marR="73152"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动作</a:t>
                      </a:r>
                    </a:p>
                  </a:txBody>
                  <a:tcPr marL="73152" marR="73152">
                    <a:solidFill>
                      <a:srgbClr val="D35400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火警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报警并沿绿色通道撤离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人员受伤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保护现场并联系值班长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35400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确认与测验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完成现场签到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测试达80分后上岗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35400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仓储安全培训_待排版</dc:title>
  <dc:subject>synthetic-input-deck</dc:subject>
  <dc:creator>CoworkEvoBench synthetic input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