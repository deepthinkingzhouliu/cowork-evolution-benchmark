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17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"/>
  </p:notesMasterIdLst>
  <p:sldIdLst>
    <p:sldId id="256" r:id="rId2"/>
    <p:sldId id="26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9637"/>
    <a:srgbClr val="0000FF"/>
    <a:srgbClr val="44474C"/>
    <a:srgbClr val="ABCEE4"/>
    <a:srgbClr val="884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3438" autoAdjust="0"/>
  </p:normalViewPr>
  <p:slideViewPr>
    <p:cSldViewPr snapToGrid="0">
      <p:cViewPr varScale="1">
        <p:scale>
          <a:sx n="69" d="100"/>
          <a:sy n="69" d="100"/>
        </p:scale>
        <p:origin x="5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ndy Wang" userId="65edec9f-6af4-4b27-a6f3-d257d5377604" providerId="ADAL" clId="{E0E6E1D8-E731-4378-AC33-FE42902FDD93}"/>
    <pc:docChg chg="undo custSel addSld delSld modSld sldOrd delMainMaster modMainMaster">
      <pc:chgData name="Candy Wang" userId="65edec9f-6af4-4b27-a6f3-d257d5377604" providerId="ADAL" clId="{E0E6E1D8-E731-4378-AC33-FE42902FDD93}" dt="2026-03-20T07:22:34.120" v="1868" actId="478"/>
      <pc:docMkLst>
        <pc:docMk/>
      </pc:docMkLst>
      <pc:sldMasterChg chg="addSp modSp mod modSldLayout">
        <pc:chgData name="Candy Wang" userId="65edec9f-6af4-4b27-a6f3-d257d5377604" providerId="ADAL" clId="{E0E6E1D8-E731-4378-AC33-FE42902FDD93}" dt="2026-03-20T02:49:21.609" v="155" actId="1038"/>
        <pc:sldMasterMkLst>
          <pc:docMk/>
          <pc:sldMasterMk cId="1189511827" sldId="2147483732"/>
        </pc:sldMasterMkLst>
        <pc:spChg chg="add mod">
          <ac:chgData name="Candy Wang" userId="65edec9f-6af4-4b27-a6f3-d257d5377604" providerId="ADAL" clId="{E0E6E1D8-E731-4378-AC33-FE42902FDD93}" dt="2026-03-20T02:49:21.609" v="155" actId="1038"/>
          <ac:spMkLst>
            <pc:docMk/>
            <pc:sldMasterMk cId="1189511827" sldId="2147483732"/>
            <ac:spMk id="4" creationId="{4797874D-B6F8-9E28-6EB4-EE8C1926527C}"/>
          </ac:spMkLst>
        </pc:spChg>
        <pc:sldLayoutChg chg="addSp">
          <pc:chgData name="Candy Wang" userId="65edec9f-6af4-4b27-a6f3-d257d5377604" providerId="ADAL" clId="{E0E6E1D8-E731-4378-AC33-FE42902FDD93}" dt="2026-03-20T02:45:47.433" v="136"/>
          <pc:sldLayoutMkLst>
            <pc:docMk/>
            <pc:sldMasterMk cId="1189511827" sldId="2147483732"/>
            <pc:sldLayoutMk cId="1907616508" sldId="2147483765"/>
          </pc:sldLayoutMkLst>
          <pc:spChg chg="add">
            <ac:chgData name="Candy Wang" userId="65edec9f-6af4-4b27-a6f3-d257d5377604" providerId="ADAL" clId="{E0E6E1D8-E731-4378-AC33-FE42902FDD93}" dt="2026-03-20T02:45:47.433" v="136"/>
            <ac:spMkLst>
              <pc:docMk/>
              <pc:sldMasterMk cId="1189511827" sldId="2147483732"/>
              <pc:sldLayoutMk cId="1907616508" sldId="2147483765"/>
              <ac:spMk id="4" creationId="{64136118-C5EC-FBE1-316E-E06A65CF1CEB}"/>
            </ac:spMkLst>
          </pc:spChg>
          <pc:spChg chg="add">
            <ac:chgData name="Candy Wang" userId="65edec9f-6af4-4b27-a6f3-d257d5377604" providerId="ADAL" clId="{E0E6E1D8-E731-4378-AC33-FE42902FDD93}" dt="2026-03-20T02:45:47.433" v="136"/>
            <ac:spMkLst>
              <pc:docMk/>
              <pc:sldMasterMk cId="1189511827" sldId="2147483732"/>
              <pc:sldLayoutMk cId="1907616508" sldId="2147483765"/>
              <ac:spMk id="5" creationId="{235F042F-147E-F9EA-A26D-C85E444A919A}"/>
            </ac:spMkLst>
          </pc:spChg>
          <pc:spChg chg="add">
            <ac:chgData name="Candy Wang" userId="65edec9f-6af4-4b27-a6f3-d257d5377604" providerId="ADAL" clId="{E0E6E1D8-E731-4378-AC33-FE42902FDD93}" dt="2026-03-20T02:45:47.433" v="136"/>
            <ac:spMkLst>
              <pc:docMk/>
              <pc:sldMasterMk cId="1189511827" sldId="2147483732"/>
              <pc:sldLayoutMk cId="1907616508" sldId="2147483765"/>
              <ac:spMk id="7" creationId="{2D624849-B1FB-C49E-D32D-7C934C7211A7}"/>
            </ac:spMkLst>
          </pc:spChg>
          <pc:picChg chg="add">
            <ac:chgData name="Candy Wang" userId="65edec9f-6af4-4b27-a6f3-d257d5377604" providerId="ADAL" clId="{E0E6E1D8-E731-4378-AC33-FE42902FDD93}" dt="2026-03-20T02:45:47.433" v="136"/>
            <ac:picMkLst>
              <pc:docMk/>
              <pc:sldMasterMk cId="1189511827" sldId="2147483732"/>
              <pc:sldLayoutMk cId="1907616508" sldId="2147483765"/>
              <ac:picMk id="2" creationId="{81AE42BE-A877-7166-829A-CA1E2A822E0D}"/>
            </ac:picMkLst>
          </pc:picChg>
          <pc:picChg chg="add">
            <ac:chgData name="Candy Wang" userId="65edec9f-6af4-4b27-a6f3-d257d5377604" providerId="ADAL" clId="{E0E6E1D8-E731-4378-AC33-FE42902FDD93}" dt="2026-03-20T02:45:47.433" v="136"/>
            <ac:picMkLst>
              <pc:docMk/>
              <pc:sldMasterMk cId="1189511827" sldId="2147483732"/>
              <pc:sldLayoutMk cId="1907616508" sldId="2147483765"/>
              <ac:picMk id="3" creationId="{F40F06A8-3918-A97D-C7A6-D4F2B3808268}"/>
            </ac:picMkLst>
          </pc:picChg>
          <pc:picChg chg="add">
            <ac:chgData name="Candy Wang" userId="65edec9f-6af4-4b27-a6f3-d257d5377604" providerId="ADAL" clId="{E0E6E1D8-E731-4378-AC33-FE42902FDD93}" dt="2026-03-20T02:45:47.433" v="136"/>
            <ac:picMkLst>
              <pc:docMk/>
              <pc:sldMasterMk cId="1189511827" sldId="2147483732"/>
              <pc:sldLayoutMk cId="1907616508" sldId="2147483765"/>
              <ac:picMk id="6" creationId="{B2751A66-AB50-82AB-9EE4-F3E70E977B10}"/>
            </ac:picMkLst>
          </pc:picChg>
        </pc:sldLayoutChg>
      </pc:sldMasterChg>
    </pc:docChg>
  </pc:docChgLst>
  <pc:docChgLst>
    <pc:chgData name="Fiona Jiang" userId="5ab1b5a1-60f3-42e6-9c7f-94f46b651891" providerId="ADAL" clId="{AAA3F747-3B46-4C99-A220-6A0DC9FD6D83}"/>
    <pc:docChg chg="delSld delMainMaster">
      <pc:chgData name="Fiona Jiang" userId="5ab1b5a1-60f3-42e6-9c7f-94f46b651891" providerId="ADAL" clId="{AAA3F747-3B46-4C99-A220-6A0DC9FD6D83}" dt="2026-04-02T06:42:42.282" v="0" actId="47"/>
      <pc:docMkLst>
        <pc:docMk/>
      </pc:docMkLst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1450737345" sldId="256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1870749977" sldId="259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3332213553" sldId="2147475253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1858590682" sldId="2147475262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1360646521" sldId="2147475263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2224108299" sldId="2147475265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2288104444" sldId="2147475270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281963119" sldId="2147475274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4272222634" sldId="2147475275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1224223158" sldId="2147475283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2682971006" sldId="2147475288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2056119246" sldId="2147475289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2402626098" sldId="2147475290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2296300655" sldId="2147475291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3231946773" sldId="2147475292"/>
        </pc:sldMkLst>
      </pc:sldChg>
      <pc:sldChg chg="del">
        <pc:chgData name="Fiona Jiang" userId="5ab1b5a1-60f3-42e6-9c7f-94f46b651891" providerId="ADAL" clId="{AAA3F747-3B46-4C99-A220-6A0DC9FD6D83}" dt="2026-04-02T06:42:42.282" v="0" actId="47"/>
        <pc:sldMkLst>
          <pc:docMk/>
          <pc:sldMk cId="3848050777" sldId="2147475293"/>
        </pc:sldMkLst>
      </pc:sldChg>
      <pc:sldMasterChg chg="del delSldLayout">
        <pc:chgData name="Fiona Jiang" userId="5ab1b5a1-60f3-42e6-9c7f-94f46b651891" providerId="ADAL" clId="{AAA3F747-3B46-4C99-A220-6A0DC9FD6D83}" dt="2026-04-02T06:42:42.282" v="0" actId="47"/>
        <pc:sldMasterMkLst>
          <pc:docMk/>
          <pc:sldMasterMk cId="2990160704" sldId="2147483771"/>
        </pc:sldMasterMkLst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1555820545" sldId="2147483772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2136578364" sldId="2147483773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816693643" sldId="2147483774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3374898023" sldId="2147483775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2764815632" sldId="2147483776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1197837520" sldId="2147483777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3466318803" sldId="2147483778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531218344" sldId="2147483779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2751399245" sldId="2147483780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1865794069" sldId="2147483781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2416910479" sldId="2147483782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3377248285" sldId="2147483783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277076067" sldId="2147483784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3097978206" sldId="2147483785"/>
          </pc:sldLayoutMkLst>
        </pc:sldLayoutChg>
        <pc:sldLayoutChg chg="del">
          <pc:chgData name="Fiona Jiang" userId="5ab1b5a1-60f3-42e6-9c7f-94f46b651891" providerId="ADAL" clId="{AAA3F747-3B46-4C99-A220-6A0DC9FD6D83}" dt="2026-04-02T06:42:42.282" v="0" actId="47"/>
          <pc:sldLayoutMkLst>
            <pc:docMk/>
            <pc:sldMasterMk cId="2990160704" sldId="2147483771"/>
            <pc:sldLayoutMk cId="1266544203" sldId="2147483786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7E3CC-6C98-4D27-80A1-D538A153FF11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851001-DFF3-402E-9BE0-D839A62B3C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37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Relationship Id="rId3" Type="http://schemas.openxmlformats.org/officeDocument/2006/relationships/image" Target="../media/image12.gif"/><Relationship Id="rId4" Type="http://schemas.openxmlformats.org/officeDocument/2006/relationships/image" Target="../media/image13.gif"/><Relationship Id="rId5" Type="http://schemas.openxmlformats.org/officeDocument/2006/relationships/image" Target="../media/image14.gif"/><Relationship Id="rId6" Type="http://schemas.openxmlformats.org/officeDocument/2006/relationships/image" Target="../media/image15.gif"/><Relationship Id="rId7" Type="http://schemas.openxmlformats.org/officeDocument/2006/relationships/image" Target="../media/image16.png"/><Relationship Id="rId8" Type="http://schemas.openxmlformats.org/officeDocument/2006/relationships/image" Target="../media/image17.svg"/><Relationship Id="rId9" Type="http://schemas.openxmlformats.org/officeDocument/2006/relationships/image" Target="../media/image1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18.png"/><Relationship Id="rId5" Type="http://schemas.openxmlformats.org/officeDocument/2006/relationships/image" Target="../media/image11.gif"/><Relationship Id="rId6" Type="http://schemas.openxmlformats.org/officeDocument/2006/relationships/image" Target="../media/image12.gif"/><Relationship Id="rId7" Type="http://schemas.openxmlformats.org/officeDocument/2006/relationships/image" Target="../media/image13.gif"/><Relationship Id="rId8" Type="http://schemas.openxmlformats.org/officeDocument/2006/relationships/image" Target="../media/image14.gif"/><Relationship Id="rId9" Type="http://schemas.openxmlformats.org/officeDocument/2006/relationships/image" Target="../media/image15.gi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1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19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2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2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1.gif"/><Relationship Id="rId6" Type="http://schemas.openxmlformats.org/officeDocument/2006/relationships/image" Target="../media/image12.gif"/><Relationship Id="rId7" Type="http://schemas.openxmlformats.org/officeDocument/2006/relationships/image" Target="../media/image13.gif"/><Relationship Id="rId8" Type="http://schemas.openxmlformats.org/officeDocument/2006/relationships/image" Target="../media/image14.gif"/><Relationship Id="rId9" Type="http://schemas.openxmlformats.org/officeDocument/2006/relationships/image" Target="../media/image15.gi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1.gif"/><Relationship Id="rId6" Type="http://schemas.openxmlformats.org/officeDocument/2006/relationships/image" Target="../media/image12.gif"/><Relationship Id="rId7" Type="http://schemas.openxmlformats.org/officeDocument/2006/relationships/image" Target="../media/image13.gif"/><Relationship Id="rId8" Type="http://schemas.openxmlformats.org/officeDocument/2006/relationships/image" Target="../media/image14.gif"/><Relationship Id="rId9" Type="http://schemas.openxmlformats.org/officeDocument/2006/relationships/image" Target="../media/image15.gi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1.gif"/><Relationship Id="rId6" Type="http://schemas.openxmlformats.org/officeDocument/2006/relationships/image" Target="../media/image12.gif"/><Relationship Id="rId7" Type="http://schemas.openxmlformats.org/officeDocument/2006/relationships/image" Target="../media/image13.gif"/><Relationship Id="rId8" Type="http://schemas.openxmlformats.org/officeDocument/2006/relationships/image" Target="../media/image14.gif"/><Relationship Id="rId9" Type="http://schemas.openxmlformats.org/officeDocument/2006/relationships/image" Target="../media/image15.gi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4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4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11.gif"/><Relationship Id="rId8" Type="http://schemas.openxmlformats.org/officeDocument/2006/relationships/image" Target="../media/image12.gif"/><Relationship Id="rId9" Type="http://schemas.openxmlformats.org/officeDocument/2006/relationships/image" Target="../media/image13.gif"/><Relationship Id="rId10" Type="http://schemas.openxmlformats.org/officeDocument/2006/relationships/image" Target="../media/image14.gif"/><Relationship Id="rId11" Type="http://schemas.openxmlformats.org/officeDocument/2006/relationships/image" Target="../media/image15.gi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11.gif"/><Relationship Id="rId8" Type="http://schemas.openxmlformats.org/officeDocument/2006/relationships/image" Target="../media/image12.gif"/><Relationship Id="rId9" Type="http://schemas.openxmlformats.org/officeDocument/2006/relationships/image" Target="../media/image13.gif"/><Relationship Id="rId10" Type="http://schemas.openxmlformats.org/officeDocument/2006/relationships/image" Target="../media/image14.gif"/><Relationship Id="rId11" Type="http://schemas.openxmlformats.org/officeDocument/2006/relationships/image" Target="../media/image15.gi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Relationship Id="rId4" Type="http://schemas.openxmlformats.org/officeDocument/2006/relationships/image" Target="../media/image34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11.gif"/><Relationship Id="rId8" Type="http://schemas.openxmlformats.org/officeDocument/2006/relationships/image" Target="../media/image12.gif"/><Relationship Id="rId9" Type="http://schemas.openxmlformats.org/officeDocument/2006/relationships/image" Target="../media/image13.gif"/><Relationship Id="rId10" Type="http://schemas.openxmlformats.org/officeDocument/2006/relationships/image" Target="../media/image14.gif"/><Relationship Id="rId11" Type="http://schemas.openxmlformats.org/officeDocument/2006/relationships/image" Target="../media/image15.gi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Relationship Id="rId3" Type="http://schemas.openxmlformats.org/officeDocument/2006/relationships/image" Target="../media/image11.gif"/><Relationship Id="rId4" Type="http://schemas.openxmlformats.org/officeDocument/2006/relationships/image" Target="../media/image12.gif"/><Relationship Id="rId5" Type="http://schemas.openxmlformats.org/officeDocument/2006/relationships/image" Target="../media/image13.gif"/><Relationship Id="rId6" Type="http://schemas.openxmlformats.org/officeDocument/2006/relationships/image" Target="../media/image14.gif"/><Relationship Id="rId7" Type="http://schemas.openxmlformats.org/officeDocument/2006/relationships/image" Target="../media/image15.gi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4.jpeg"/><Relationship Id="rId6" Type="http://schemas.openxmlformats.org/officeDocument/2006/relationships/image" Target="../media/image11.gif"/><Relationship Id="rId7" Type="http://schemas.openxmlformats.org/officeDocument/2006/relationships/image" Target="../media/image12.gif"/><Relationship Id="rId8" Type="http://schemas.openxmlformats.org/officeDocument/2006/relationships/image" Target="../media/image13.gif"/><Relationship Id="rId9" Type="http://schemas.openxmlformats.org/officeDocument/2006/relationships/image" Target="../media/image14.gif"/><Relationship Id="rId10" Type="http://schemas.openxmlformats.org/officeDocument/2006/relationships/image" Target="../media/image15.gi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Relationship Id="rId5" Type="http://schemas.openxmlformats.org/officeDocument/2006/relationships/image" Target="../media/image24.jpeg"/><Relationship Id="rId6" Type="http://schemas.openxmlformats.org/officeDocument/2006/relationships/image" Target="../media/image11.gif"/><Relationship Id="rId7" Type="http://schemas.openxmlformats.org/officeDocument/2006/relationships/image" Target="../media/image12.gif"/><Relationship Id="rId8" Type="http://schemas.openxmlformats.org/officeDocument/2006/relationships/image" Target="../media/image13.gif"/><Relationship Id="rId9" Type="http://schemas.openxmlformats.org/officeDocument/2006/relationships/image" Target="../media/image14.gif"/><Relationship Id="rId10" Type="http://schemas.openxmlformats.org/officeDocument/2006/relationships/image" Target="../media/image15.gi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Relationship Id="rId5" Type="http://schemas.openxmlformats.org/officeDocument/2006/relationships/image" Target="../media/image24.jpeg"/><Relationship Id="rId6" Type="http://schemas.openxmlformats.org/officeDocument/2006/relationships/image" Target="../media/image11.gif"/><Relationship Id="rId7" Type="http://schemas.openxmlformats.org/officeDocument/2006/relationships/image" Target="../media/image12.gif"/><Relationship Id="rId8" Type="http://schemas.openxmlformats.org/officeDocument/2006/relationships/image" Target="../media/image13.gif"/><Relationship Id="rId9" Type="http://schemas.openxmlformats.org/officeDocument/2006/relationships/image" Target="../media/image14.gif"/><Relationship Id="rId10" Type="http://schemas.openxmlformats.org/officeDocument/2006/relationships/image" Target="../media/image15.gi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7.emf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11.gif"/><Relationship Id="rId8" Type="http://schemas.openxmlformats.org/officeDocument/2006/relationships/image" Target="../media/image12.gif"/><Relationship Id="rId9" Type="http://schemas.openxmlformats.org/officeDocument/2006/relationships/image" Target="../media/image13.gif"/><Relationship Id="rId10" Type="http://schemas.openxmlformats.org/officeDocument/2006/relationships/image" Target="../media/image14.gif"/><Relationship Id="rId11" Type="http://schemas.openxmlformats.org/officeDocument/2006/relationships/image" Target="../media/image15.gi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7.emf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11.gif"/><Relationship Id="rId8" Type="http://schemas.openxmlformats.org/officeDocument/2006/relationships/image" Target="../media/image12.gif"/><Relationship Id="rId9" Type="http://schemas.openxmlformats.org/officeDocument/2006/relationships/image" Target="../media/image13.gif"/><Relationship Id="rId10" Type="http://schemas.openxmlformats.org/officeDocument/2006/relationships/image" Target="../media/image14.gif"/><Relationship Id="rId11" Type="http://schemas.openxmlformats.org/officeDocument/2006/relationships/image" Target="../media/image15.gi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39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4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jpeg"/><Relationship Id="rId3" Type="http://schemas.openxmlformats.org/officeDocument/2006/relationships/image" Target="../media/image42.jpeg"/><Relationship Id="rId4" Type="http://schemas.openxmlformats.org/officeDocument/2006/relationships/image" Target="../media/image4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19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2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5.jpeg"/><Relationship Id="rId4" Type="http://schemas.openxmlformats.org/officeDocument/2006/relationships/image" Target="../media/image46.png"/><Relationship Id="rId5" Type="http://schemas.microsoft.com/office/2007/relationships/hdphoto" Target="../media/hdphoto1.wdp"/><Relationship Id="rId6" Type="http://schemas.openxmlformats.org/officeDocument/2006/relationships/image" Target="../media/image47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ue">
    <p:bg bwMode="gray">
      <p:bgPr>
        <a:gradFill>
          <a:gsLst>
            <a:gs pos="25000">
              <a:srgbClr val="005192"/>
            </a:gs>
            <a:gs pos="75000">
              <a:srgbClr val="008BC5"/>
            </a:gs>
          </a:gsLst>
          <a:lin ang="19848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592524-483A-768A-456B-71A2AD87B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740" y="1815783"/>
            <a:ext cx="7560000" cy="1495794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58EB324-251A-3D44-C735-0AC0242F7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740" y="3525838"/>
            <a:ext cx="7200000" cy="775597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6" name="!!logo">
            <a:extLst>
              <a:ext uri="{FF2B5EF4-FFF2-40B4-BE49-F238E27FC236}">
                <a16:creationId xmlns:a16="http://schemas.microsoft.com/office/drawing/2014/main" id="{B9910086-FF94-5390-D1D7-1190B35B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713" y="38102"/>
            <a:ext cx="4141785" cy="135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E5A448-6C16-C4C4-5A2A-C3A1AFD2A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2366" y="2441049"/>
            <a:ext cx="4489634" cy="4416951"/>
          </a:xfrm>
          <a:prstGeom prst="rect">
            <a:avLst/>
          </a:prstGeom>
        </p:spPr>
      </p:pic>
      <p:grpSp>
        <p:nvGrpSpPr>
          <p:cNvPr id="2" name="marker">
            <a:extLst>
              <a:ext uri="{FF2B5EF4-FFF2-40B4-BE49-F238E27FC236}">
                <a16:creationId xmlns:a16="http://schemas.microsoft.com/office/drawing/2014/main" id="{814BCF1F-9A92-A606-CE47-D0428CB75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FEC2298-1F82-DCA6-FFF8-BD0FF8558E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260BA2E-3C8B-11A6-3730-B34061CF4D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marker">
            <a:extLst>
              <a:ext uri="{FF2B5EF4-FFF2-40B4-BE49-F238E27FC236}">
                <a16:creationId xmlns:a16="http://schemas.microsoft.com/office/drawing/2014/main" id="{2D88F7D7-DF9A-6FFE-2F24-516CAFBDA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F6E761C-C194-4689-11FE-4E2B19C06A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74CE413-DCAA-1979-F5E5-4CD1ECAC0E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marker">
            <a:extLst>
              <a:ext uri="{FF2B5EF4-FFF2-40B4-BE49-F238E27FC236}">
                <a16:creationId xmlns:a16="http://schemas.microsoft.com/office/drawing/2014/main" id="{72562B58-0475-0AA6-A178-F3F091243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EF39AEB-5E23-049F-FA60-3ED28CB097D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B4BA51B-4287-FB4C-325A-62ECEA9EAC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marker">
            <a:extLst>
              <a:ext uri="{FF2B5EF4-FFF2-40B4-BE49-F238E27FC236}">
                <a16:creationId xmlns:a16="http://schemas.microsoft.com/office/drawing/2014/main" id="{30F975DE-9EE2-B5C1-25D2-0E30EBE12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4666641"/>
            <a:ext cx="0" cy="12964848"/>
            <a:chOff x="480000" y="-360000"/>
            <a:chExt cx="0" cy="1296484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350B139-3905-5809-7BC7-4A78F5F3318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B187E5B-C374-512B-2240-5774DFADC6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marker">
            <a:extLst>
              <a:ext uri="{FF2B5EF4-FFF2-40B4-BE49-F238E27FC236}">
                <a16:creationId xmlns:a16="http://schemas.microsoft.com/office/drawing/2014/main" id="{EE8ABC18-6E17-5ADE-1B33-FB872094C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3170848"/>
            <a:ext cx="0" cy="12964848"/>
            <a:chOff x="480000" y="-360000"/>
            <a:chExt cx="0" cy="1296484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44BEFF-2EEF-AB44-3030-E9F87725E0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1139255-582D-E229-1902-EF32E4984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marker">
            <a:extLst>
              <a:ext uri="{FF2B5EF4-FFF2-40B4-BE49-F238E27FC236}">
                <a16:creationId xmlns:a16="http://schemas.microsoft.com/office/drawing/2014/main" id="{E57095D5-8D99-DA92-A598-F2F75F463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956586"/>
            <a:ext cx="0" cy="12964848"/>
            <a:chOff x="480000" y="-360000"/>
            <a:chExt cx="0" cy="1296484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226E135-F085-3F68-E5C7-B8E67B21B4E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A528C16-1527-F6DF-2A66-092E49926C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marker">
            <a:extLst>
              <a:ext uri="{FF2B5EF4-FFF2-40B4-BE49-F238E27FC236}">
                <a16:creationId xmlns:a16="http://schemas.microsoft.com/office/drawing/2014/main" id="{B0D19360-5944-3168-D196-07BD6D5DA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12000"/>
            <a:ext cx="0" cy="12964848"/>
            <a:chOff x="480000" y="-360000"/>
            <a:chExt cx="0" cy="1296484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8E0E2E2-BE9D-68F6-A163-15CF023D9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9031A9-5FDE-1BCE-C03B-A6CA22C853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marker">
            <a:extLst>
              <a:ext uri="{FF2B5EF4-FFF2-40B4-BE49-F238E27FC236}">
                <a16:creationId xmlns:a16="http://schemas.microsoft.com/office/drawing/2014/main" id="{C09B370E-12DD-CA2E-BA83-BB62289B3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536800"/>
            <a:ext cx="0" cy="12964848"/>
            <a:chOff x="480000" y="-360000"/>
            <a:chExt cx="0" cy="1296484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FCCB86A-7727-8290-7133-E340AE3BBED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523D972-49F3-4AC4-E22D-831C5DBF99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5366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key brands - Blue">
    <p:bg bwMode="gray">
      <p:bgPr>
        <a:gradFill>
          <a:gsLst>
            <a:gs pos="25000">
              <a:srgbClr val="005192"/>
            </a:gs>
            <a:gs pos="75000">
              <a:srgbClr val="008BC5"/>
            </a:gs>
          </a:gsLst>
          <a:lin ang="19848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592524-483A-768A-456B-71A2AD87B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740" y="1815783"/>
            <a:ext cx="7560000" cy="1495794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58EB324-251A-3D44-C735-0AC0242F7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740" y="3525838"/>
            <a:ext cx="7200000" cy="775597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6" name="!!logo">
            <a:extLst>
              <a:ext uri="{FF2B5EF4-FFF2-40B4-BE49-F238E27FC236}">
                <a16:creationId xmlns:a16="http://schemas.microsoft.com/office/drawing/2014/main" id="{B9910086-FF94-5390-D1D7-1190B35B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713" y="38102"/>
            <a:ext cx="4141785" cy="135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E5A448-6C16-C4C4-5A2A-C3A1AFD2A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2366" y="2441049"/>
            <a:ext cx="4489634" cy="441695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F31EA49-EE72-CE70-15E0-B24F13BB3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672139"/>
            <a:ext cx="12192000" cy="954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0E59340-2D9D-67A2-D124-6F031011E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37" y="5794654"/>
            <a:ext cx="5838163" cy="666356"/>
            <a:chOff x="905537" y="5794654"/>
            <a:chExt cx="5838163" cy="666356"/>
          </a:xfrm>
        </p:grpSpPr>
        <p:pic>
          <p:nvPicPr>
            <p:cNvPr id="8" name="Picture 7" descr="A blue square with a rainbow colored swirl&#10;&#10;Description automatically generated">
              <a:extLst>
                <a:ext uri="{FF2B5EF4-FFF2-40B4-BE49-F238E27FC236}">
                  <a16:creationId xmlns:a16="http://schemas.microsoft.com/office/drawing/2014/main" id="{C921BB41-7542-58C7-EAB1-103C036CE5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5537" y="5794654"/>
              <a:ext cx="666088" cy="666356"/>
            </a:xfrm>
            <a:prstGeom prst="rect">
              <a:avLst/>
            </a:prstGeom>
          </p:spPr>
        </p:pic>
        <p:pic>
          <p:nvPicPr>
            <p:cNvPr id="9" name="Picture 8" descr="A white and blue rectangle with blue text&#10;&#10;Description automatically generated">
              <a:extLst>
                <a:ext uri="{FF2B5EF4-FFF2-40B4-BE49-F238E27FC236}">
                  <a16:creationId xmlns:a16="http://schemas.microsoft.com/office/drawing/2014/main" id="{6306D96E-51C1-D308-64F0-77BC7DCF53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28457" y="5886294"/>
              <a:ext cx="964776" cy="477958"/>
            </a:xfrm>
            <a:prstGeom prst="rect">
              <a:avLst/>
            </a:prstGeom>
          </p:spPr>
        </p:pic>
        <p:pic>
          <p:nvPicPr>
            <p:cNvPr id="10" name="Picture 9" descr="A blue and black logo&#10;&#10;Description automatically generated">
              <a:extLst>
                <a:ext uri="{FF2B5EF4-FFF2-40B4-BE49-F238E27FC236}">
                  <a16:creationId xmlns:a16="http://schemas.microsoft.com/office/drawing/2014/main" id="{CCD78969-78A3-899C-E4A0-3F0577EC54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73875" y="6007504"/>
              <a:ext cx="1692000" cy="214788"/>
            </a:xfrm>
            <a:prstGeom prst="rect">
              <a:avLst/>
            </a:prstGeom>
          </p:spPr>
        </p:pic>
        <p:pic>
          <p:nvPicPr>
            <p:cNvPr id="11" name="Picture 10" descr="A blue and yellow logo&#10;&#10;Description automatically generated">
              <a:extLst>
                <a:ext uri="{FF2B5EF4-FFF2-40B4-BE49-F238E27FC236}">
                  <a16:creationId xmlns:a16="http://schemas.microsoft.com/office/drawing/2014/main" id="{DA4A0A10-1FC7-CB68-726A-8C6637FD47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19762" y="6014600"/>
              <a:ext cx="1023938" cy="348204"/>
            </a:xfrm>
            <a:prstGeom prst="rect">
              <a:avLst/>
            </a:prstGeom>
          </p:spPr>
        </p:pic>
      </p:grpSp>
      <p:grpSp>
        <p:nvGrpSpPr>
          <p:cNvPr id="12" name="marker">
            <a:extLst>
              <a:ext uri="{FF2B5EF4-FFF2-40B4-BE49-F238E27FC236}">
                <a16:creationId xmlns:a16="http://schemas.microsoft.com/office/drawing/2014/main" id="{B1570A43-1242-EDA2-F03D-9967D95F6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F70593F-5FC0-4B9A-C8B5-79CB38BA5E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4BE5D1-D7BB-FBC2-3D9B-D073015AC7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marker">
            <a:extLst>
              <a:ext uri="{FF2B5EF4-FFF2-40B4-BE49-F238E27FC236}">
                <a16:creationId xmlns:a16="http://schemas.microsoft.com/office/drawing/2014/main" id="{D3747DE5-C005-4175-5636-02BA296F6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810285"/>
            <a:ext cx="0" cy="12964848"/>
            <a:chOff x="480000" y="-360000"/>
            <a:chExt cx="0" cy="1296484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906C929-65C6-C746-9702-71725E8A68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0D6BFE-5796-DFC7-49B2-2843D5314D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marker">
            <a:extLst>
              <a:ext uri="{FF2B5EF4-FFF2-40B4-BE49-F238E27FC236}">
                <a16:creationId xmlns:a16="http://schemas.microsoft.com/office/drawing/2014/main" id="{001B2650-0B3F-2529-B829-19611A103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0E9CD82-B0BE-A9B6-27A7-A90993D581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EF6BCC3-7477-332C-BD65-55042CBE4C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marker">
            <a:extLst>
              <a:ext uri="{FF2B5EF4-FFF2-40B4-BE49-F238E27FC236}">
                <a16:creationId xmlns:a16="http://schemas.microsoft.com/office/drawing/2014/main" id="{509976A1-412E-FEEB-D5EE-CA31A9546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C4269BC-4A96-009B-D4C8-6E5BA4540EC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0F082DB-C992-FF1F-89BB-617945E878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marker">
            <a:extLst>
              <a:ext uri="{FF2B5EF4-FFF2-40B4-BE49-F238E27FC236}">
                <a16:creationId xmlns:a16="http://schemas.microsoft.com/office/drawing/2014/main" id="{50B2C7D3-E305-A7BB-4C31-D86B9DC33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4666641"/>
            <a:ext cx="0" cy="12964848"/>
            <a:chOff x="480000" y="-360000"/>
            <a:chExt cx="0" cy="12964848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1FDF174-3343-A65C-29F6-941352071B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84096E8-CAEF-9AE9-5D05-7A01420AD3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marker">
            <a:extLst>
              <a:ext uri="{FF2B5EF4-FFF2-40B4-BE49-F238E27FC236}">
                <a16:creationId xmlns:a16="http://schemas.microsoft.com/office/drawing/2014/main" id="{D4A2ED23-278D-6327-B2B4-F0F558CE5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3170848"/>
            <a:ext cx="0" cy="12964848"/>
            <a:chOff x="480000" y="-360000"/>
            <a:chExt cx="0" cy="12964848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9C6D8C-0EB7-DC1D-06FD-06F99392DD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5E4B08-95A3-18CF-B781-10C0448787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marker">
            <a:extLst>
              <a:ext uri="{FF2B5EF4-FFF2-40B4-BE49-F238E27FC236}">
                <a16:creationId xmlns:a16="http://schemas.microsoft.com/office/drawing/2014/main" id="{9EDAE521-5B0F-6CDC-0863-BEE12D01A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956586"/>
            <a:ext cx="0" cy="12964848"/>
            <a:chOff x="480000" y="-360000"/>
            <a:chExt cx="0" cy="1296484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B904F74-8E82-91D5-9611-BCE4FCBAEC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B51574F-1875-8766-FBF3-9C21A6C6B7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marker">
            <a:extLst>
              <a:ext uri="{FF2B5EF4-FFF2-40B4-BE49-F238E27FC236}">
                <a16:creationId xmlns:a16="http://schemas.microsoft.com/office/drawing/2014/main" id="{4695E213-56BB-BAEA-B53D-1B73B9EBF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12000"/>
            <a:ext cx="0" cy="12964848"/>
            <a:chOff x="480000" y="-360000"/>
            <a:chExt cx="0" cy="12964848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42C2B5D-D4A7-4B51-6AF9-2C0CF9D1D5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4EC5D8-0688-B11E-B000-E332DCB173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marker">
            <a:extLst>
              <a:ext uri="{FF2B5EF4-FFF2-40B4-BE49-F238E27FC236}">
                <a16:creationId xmlns:a16="http://schemas.microsoft.com/office/drawing/2014/main" id="{564BFE38-C714-26B5-BB2F-29BEE85B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536800"/>
            <a:ext cx="0" cy="12964848"/>
            <a:chOff x="480000" y="-360000"/>
            <a:chExt cx="0" cy="12964848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3A1339C-B08F-AD37-928C-158C48BDAB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C05DB6E-E7A6-CE01-4D9E-709EDDA9EE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490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image – gradient logo">
    <p:bg bwMode="gray"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marker">
            <a:extLst>
              <a:ext uri="{FF2B5EF4-FFF2-40B4-BE49-F238E27FC236}">
                <a16:creationId xmlns:a16="http://schemas.microsoft.com/office/drawing/2014/main" id="{D0E46457-0A32-2EC6-FD0D-758F2ABF3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000" y="-360000"/>
            <a:ext cx="0" cy="7541766"/>
            <a:chOff x="480000" y="-360000"/>
            <a:chExt cx="0" cy="754176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FBA9213-D476-F101-6FC9-26CC41BF94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A6CC73F-FD99-473D-6898-D244CF3498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marker">
            <a:extLst>
              <a:ext uri="{FF2B5EF4-FFF2-40B4-BE49-F238E27FC236}">
                <a16:creationId xmlns:a16="http://schemas.microsoft.com/office/drawing/2014/main" id="{E4251EB5-E9E6-30DE-EE54-830932A7F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113430"/>
            <a:ext cx="0" cy="12964848"/>
            <a:chOff x="480000" y="-360000"/>
            <a:chExt cx="0" cy="12964848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C255F33-F4F6-787E-4281-6372AAC7BDE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C64B02C-FD84-CDE2-DB45-82968323221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marker">
            <a:extLst>
              <a:ext uri="{FF2B5EF4-FFF2-40B4-BE49-F238E27FC236}">
                <a16:creationId xmlns:a16="http://schemas.microsoft.com/office/drawing/2014/main" id="{84AF0D72-67E2-509C-2004-9EFC11738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602123" y="-360000"/>
            <a:ext cx="0" cy="7541766"/>
            <a:chOff x="480000" y="-360000"/>
            <a:chExt cx="0" cy="754176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477958C-5B32-7082-A05B-1ED17EBC13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8838827-BE04-F907-7214-DB1617F2D8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marker">
            <a:extLst>
              <a:ext uri="{FF2B5EF4-FFF2-40B4-BE49-F238E27FC236}">
                <a16:creationId xmlns:a16="http://schemas.microsoft.com/office/drawing/2014/main" id="{A6137B46-02BB-BE39-D8EC-9591299E6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376000"/>
            <a:ext cx="0" cy="12964848"/>
            <a:chOff x="480000" y="-360000"/>
            <a:chExt cx="0" cy="1296484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3266CD1-384C-4151-750E-BC0D8836EA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A5A0B33-072D-0946-F20B-8C7FEBE9DF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marker">
            <a:extLst>
              <a:ext uri="{FF2B5EF4-FFF2-40B4-BE49-F238E27FC236}">
                <a16:creationId xmlns:a16="http://schemas.microsoft.com/office/drawing/2014/main" id="{FF4914A7-6724-F675-EB6E-D6D16E7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889026"/>
            <a:ext cx="0" cy="12964848"/>
            <a:chOff x="480000" y="-360000"/>
            <a:chExt cx="0" cy="12964848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78AF604-8C81-F7F0-313F-8251BCE22FB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5B3C75C-07B6-E348-4B9F-E63729347E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marker">
            <a:extLst>
              <a:ext uri="{FF2B5EF4-FFF2-40B4-BE49-F238E27FC236}">
                <a16:creationId xmlns:a16="http://schemas.microsoft.com/office/drawing/2014/main" id="{0BC2674E-625B-920D-B74B-8B80F8A1A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12000"/>
            <a:ext cx="0" cy="12964848"/>
            <a:chOff x="480000" y="-360000"/>
            <a:chExt cx="0" cy="12964848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AD28DCE-776E-35C3-2C5E-ED412EE657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41F8998-FAD6-24FB-FE0B-F030D888DF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marker">
            <a:extLst>
              <a:ext uri="{FF2B5EF4-FFF2-40B4-BE49-F238E27FC236}">
                <a16:creationId xmlns:a16="http://schemas.microsoft.com/office/drawing/2014/main" id="{6A8D4C23-D007-E96B-BA75-BE80B5E7F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536800"/>
            <a:ext cx="0" cy="12964848"/>
            <a:chOff x="480000" y="-360000"/>
            <a:chExt cx="0" cy="12964848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0BC9A12-83C6-B622-0B4B-7B9A2D5553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8EE247D-8EAC-7676-D431-F047AC751F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DFD9A5A-2C29-F27F-357F-D99F6B300B75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3914BAC-88E2-DF58-A224-2F7C219A98F3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B8E14A7-2C95-9970-BC39-9C7CEEF43AA3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26BD1003-3AD6-0AA3-3055-EA8076887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C0ECD113-2E42-D461-2CF6-657F39E74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54F556F9-76C7-16CF-CAB7-47296E0809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062904F-C724-2AC8-448C-5AF812BC1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1E5F3EC6-E734-DE58-FF37-17F852AD6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2516EB2-591B-186F-1E82-7EAC94E1AC6D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8001CA3-7AE9-E3BB-00C0-A5D3352B1809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83AC696-706C-1E7B-625C-EF2C1B13AC5E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F3567EE-B9F7-6375-604D-1A24F4A41423}"/>
                </a:ext>
              </a:extLst>
            </p:cNvPr>
            <p:cNvCxnSpPr>
              <a:stCxn id="49" idx="0"/>
              <a:endCxn id="49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818194D-2E28-CC2F-8900-1B86A2680F34}"/>
                </a:ext>
              </a:extLst>
            </p:cNvPr>
            <p:cNvCxnSpPr>
              <a:stCxn id="49" idx="3"/>
              <a:endCxn id="49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480D067-7C52-7825-06BD-45EE298D0090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52CF495-295E-2FBE-EFB9-9973B24B069F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  <p:pic>
        <p:nvPicPr>
          <p:cNvPr id="14" name="!!logo">
            <a:extLst>
              <a:ext uri="{FF2B5EF4-FFF2-40B4-BE49-F238E27FC236}">
                <a16:creationId xmlns:a16="http://schemas.microsoft.com/office/drawing/2014/main" id="{24A57D1C-7D5F-6E6D-0F6C-8BFD30EC6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9" r="19"/>
          <a:stretch/>
        </p:blipFill>
        <p:spPr>
          <a:xfrm>
            <a:off x="8001713" y="38102"/>
            <a:ext cx="4140243" cy="13536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ED55A7A-3E8A-7B76-31A5-52890B9C7A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" y="2"/>
            <a:ext cx="12191998" cy="6857999"/>
          </a:xfrm>
          <a:custGeom>
            <a:avLst/>
            <a:gdLst>
              <a:gd name="connsiteX0" fmla="*/ 10977201 w 12191998"/>
              <a:gd name="connsiteY0" fmla="*/ 670475 h 6857999"/>
              <a:gd name="connsiteX1" fmla="*/ 11054715 w 12191998"/>
              <a:gd name="connsiteY1" fmla="*/ 765459 h 6857999"/>
              <a:gd name="connsiteX2" fmla="*/ 10969681 w 12191998"/>
              <a:gd name="connsiteY2" fmla="*/ 889249 h 6857999"/>
              <a:gd name="connsiteX3" fmla="*/ 10951980 w 12191998"/>
              <a:gd name="connsiteY3" fmla="*/ 889249 h 6857999"/>
              <a:gd name="connsiteX4" fmla="*/ 10951980 w 12191998"/>
              <a:gd name="connsiteY4" fmla="*/ 671863 h 6857999"/>
              <a:gd name="connsiteX5" fmla="*/ 10977201 w 12191998"/>
              <a:gd name="connsiteY5" fmla="*/ 670475 h 6857999"/>
              <a:gd name="connsiteX6" fmla="*/ 9769142 w 12191998"/>
              <a:gd name="connsiteY6" fmla="*/ 660989 h 6857999"/>
              <a:gd name="connsiteX7" fmla="*/ 9821320 w 12191998"/>
              <a:gd name="connsiteY7" fmla="*/ 780846 h 6857999"/>
              <a:gd name="connsiteX8" fmla="*/ 9769142 w 12191998"/>
              <a:gd name="connsiteY8" fmla="*/ 891217 h 6857999"/>
              <a:gd name="connsiteX9" fmla="*/ 9715345 w 12191998"/>
              <a:gd name="connsiteY9" fmla="*/ 774715 h 6857999"/>
              <a:gd name="connsiteX10" fmla="*/ 9769142 w 12191998"/>
              <a:gd name="connsiteY10" fmla="*/ 660989 h 6857999"/>
              <a:gd name="connsiteX11" fmla="*/ 10608953 w 12191998"/>
              <a:gd name="connsiteY11" fmla="*/ 660988 h 6857999"/>
              <a:gd name="connsiteX12" fmla="*/ 10661246 w 12191998"/>
              <a:gd name="connsiteY12" fmla="*/ 780961 h 6857999"/>
              <a:gd name="connsiteX13" fmla="*/ 10608953 w 12191998"/>
              <a:gd name="connsiteY13" fmla="*/ 891216 h 6857999"/>
              <a:gd name="connsiteX14" fmla="*/ 10555156 w 12191998"/>
              <a:gd name="connsiteY14" fmla="*/ 774714 h 6857999"/>
              <a:gd name="connsiteX15" fmla="*/ 10608953 w 12191998"/>
              <a:gd name="connsiteY15" fmla="*/ 660988 h 6857999"/>
              <a:gd name="connsiteX16" fmla="*/ 11387678 w 12191998"/>
              <a:gd name="connsiteY16" fmla="*/ 656245 h 6857999"/>
              <a:gd name="connsiteX17" fmla="*/ 11441359 w 12191998"/>
              <a:gd name="connsiteY17" fmla="*/ 736882 h 6857999"/>
              <a:gd name="connsiteX18" fmla="*/ 11332030 w 12191998"/>
              <a:gd name="connsiteY18" fmla="*/ 736882 h 6857999"/>
              <a:gd name="connsiteX19" fmla="*/ 11387678 w 12191998"/>
              <a:gd name="connsiteY19" fmla="*/ 656245 h 6857999"/>
              <a:gd name="connsiteX20" fmla="*/ 9281962 w 12191998"/>
              <a:gd name="connsiteY20" fmla="*/ 608927 h 6857999"/>
              <a:gd name="connsiteX21" fmla="*/ 9281962 w 12191998"/>
              <a:gd name="connsiteY21" fmla="*/ 664344 h 6857999"/>
              <a:gd name="connsiteX22" fmla="*/ 9410033 w 12191998"/>
              <a:gd name="connsiteY22" fmla="*/ 664344 h 6857999"/>
              <a:gd name="connsiteX23" fmla="*/ 9288093 w 12191998"/>
              <a:gd name="connsiteY23" fmla="*/ 895844 h 6857999"/>
              <a:gd name="connsiteX24" fmla="*/ 9279764 w 12191998"/>
              <a:gd name="connsiteY24" fmla="*/ 945476 h 6857999"/>
              <a:gd name="connsiteX25" fmla="*/ 9533940 w 12191998"/>
              <a:gd name="connsiteY25" fmla="*/ 945476 h 6857999"/>
              <a:gd name="connsiteX26" fmla="*/ 9571308 w 12191998"/>
              <a:gd name="connsiteY26" fmla="*/ 905446 h 6857999"/>
              <a:gd name="connsiteX27" fmla="*/ 9571308 w 12191998"/>
              <a:gd name="connsiteY27" fmla="*/ 885200 h 6857999"/>
              <a:gd name="connsiteX28" fmla="*/ 9506058 w 12191998"/>
              <a:gd name="connsiteY28" fmla="*/ 889249 h 6857999"/>
              <a:gd name="connsiteX29" fmla="*/ 9422412 w 12191998"/>
              <a:gd name="connsiteY29" fmla="*/ 889249 h 6857999"/>
              <a:gd name="connsiteX30" fmla="*/ 9567953 w 12191998"/>
              <a:gd name="connsiteY30" fmla="*/ 608927 h 6857999"/>
              <a:gd name="connsiteX31" fmla="*/ 9150651 w 12191998"/>
              <a:gd name="connsiteY31" fmla="*/ 608927 h 6857999"/>
              <a:gd name="connsiteX32" fmla="*/ 9026397 w 12191998"/>
              <a:gd name="connsiteY32" fmla="*/ 766616 h 6857999"/>
              <a:gd name="connsiteX33" fmla="*/ 9092226 w 12191998"/>
              <a:gd name="connsiteY33" fmla="*/ 893299 h 6857999"/>
              <a:gd name="connsiteX34" fmla="*/ 9160253 w 12191998"/>
              <a:gd name="connsiteY34" fmla="*/ 945476 h 6857999"/>
              <a:gd name="connsiteX35" fmla="*/ 9253964 w 12191998"/>
              <a:gd name="connsiteY35" fmla="*/ 945476 h 6857999"/>
              <a:gd name="connsiteX36" fmla="*/ 9234296 w 12191998"/>
              <a:gd name="connsiteY36" fmla="*/ 915627 h 6857999"/>
              <a:gd name="connsiteX37" fmla="*/ 9138387 w 12191998"/>
              <a:gd name="connsiteY37" fmla="*/ 739312 h 6857999"/>
              <a:gd name="connsiteX38" fmla="*/ 9250493 w 12191998"/>
              <a:gd name="connsiteY38" fmla="*/ 608927 h 6857999"/>
              <a:gd name="connsiteX39" fmla="*/ 8624714 w 12191998"/>
              <a:gd name="connsiteY39" fmla="*/ 602448 h 6857999"/>
              <a:gd name="connsiteX40" fmla="*/ 8682907 w 12191998"/>
              <a:gd name="connsiteY40" fmla="*/ 784895 h 6857999"/>
              <a:gd name="connsiteX41" fmla="*/ 8562240 w 12191998"/>
              <a:gd name="connsiteY41" fmla="*/ 784895 h 6857999"/>
              <a:gd name="connsiteX42" fmla="*/ 11388950 w 12191998"/>
              <a:gd name="connsiteY42" fmla="*/ 600828 h 6857999"/>
              <a:gd name="connsiteX43" fmla="*/ 11214949 w 12191998"/>
              <a:gd name="connsiteY43" fmla="*/ 778069 h 6857999"/>
              <a:gd name="connsiteX44" fmla="*/ 11384786 w 12191998"/>
              <a:gd name="connsiteY44" fmla="*/ 953458 h 6857999"/>
              <a:gd name="connsiteX45" fmla="*/ 11530211 w 12191998"/>
              <a:gd name="connsiteY45" fmla="*/ 845864 h 6857999"/>
              <a:gd name="connsiteX46" fmla="*/ 11434302 w 12191998"/>
              <a:gd name="connsiteY46" fmla="*/ 871548 h 6857999"/>
              <a:gd name="connsiteX47" fmla="*/ 11331798 w 12191998"/>
              <a:gd name="connsiteY47" fmla="*/ 783506 h 6857999"/>
              <a:gd name="connsiteX48" fmla="*/ 11546639 w 12191998"/>
              <a:gd name="connsiteY48" fmla="*/ 783506 h 6857999"/>
              <a:gd name="connsiteX49" fmla="*/ 11549300 w 12191998"/>
              <a:gd name="connsiteY49" fmla="*/ 744286 h 6857999"/>
              <a:gd name="connsiteX50" fmla="*/ 11388950 w 12191998"/>
              <a:gd name="connsiteY50" fmla="*/ 600828 h 6857999"/>
              <a:gd name="connsiteX51" fmla="*/ 9769721 w 12191998"/>
              <a:gd name="connsiteY51" fmla="*/ 600135 h 6857999"/>
              <a:gd name="connsiteX52" fmla="*/ 9590282 w 12191998"/>
              <a:gd name="connsiteY52" fmla="*/ 785705 h 6857999"/>
              <a:gd name="connsiteX53" fmla="*/ 9767754 w 12191998"/>
              <a:gd name="connsiteY53" fmla="*/ 953459 h 6857999"/>
              <a:gd name="connsiteX54" fmla="*/ 9946383 w 12191998"/>
              <a:gd name="connsiteY54" fmla="*/ 769971 h 6857999"/>
              <a:gd name="connsiteX55" fmla="*/ 9769721 w 12191998"/>
              <a:gd name="connsiteY55" fmla="*/ 600135 h 6857999"/>
              <a:gd name="connsiteX56" fmla="*/ 10609531 w 12191998"/>
              <a:gd name="connsiteY56" fmla="*/ 600134 h 6857999"/>
              <a:gd name="connsiteX57" fmla="*/ 10430208 w 12191998"/>
              <a:gd name="connsiteY57" fmla="*/ 785704 h 6857999"/>
              <a:gd name="connsiteX58" fmla="*/ 10607564 w 12191998"/>
              <a:gd name="connsiteY58" fmla="*/ 953458 h 6857999"/>
              <a:gd name="connsiteX59" fmla="*/ 10786309 w 12191998"/>
              <a:gd name="connsiteY59" fmla="*/ 769970 h 6857999"/>
              <a:gd name="connsiteX60" fmla="*/ 10609531 w 12191998"/>
              <a:gd name="connsiteY60" fmla="*/ 600134 h 6857999"/>
              <a:gd name="connsiteX61" fmla="*/ 8595559 w 12191998"/>
              <a:gd name="connsiteY61" fmla="*/ 509316 h 6857999"/>
              <a:gd name="connsiteX62" fmla="*/ 8433937 w 12191998"/>
              <a:gd name="connsiteY62" fmla="*/ 945476 h 6857999"/>
              <a:gd name="connsiteX63" fmla="*/ 8507286 w 12191998"/>
              <a:gd name="connsiteY63" fmla="*/ 945476 h 6857999"/>
              <a:gd name="connsiteX64" fmla="*/ 8544192 w 12191998"/>
              <a:gd name="connsiteY64" fmla="*/ 837767 h 6857999"/>
              <a:gd name="connsiteX65" fmla="*/ 8699798 w 12191998"/>
              <a:gd name="connsiteY65" fmla="*/ 837767 h 6857999"/>
              <a:gd name="connsiteX66" fmla="*/ 8722011 w 12191998"/>
              <a:gd name="connsiteY66" fmla="*/ 907529 h 6857999"/>
              <a:gd name="connsiteX67" fmla="*/ 8768288 w 12191998"/>
              <a:gd name="connsiteY67" fmla="*/ 944782 h 6857999"/>
              <a:gd name="connsiteX68" fmla="*/ 8866164 w 12191998"/>
              <a:gd name="connsiteY68" fmla="*/ 944782 h 6857999"/>
              <a:gd name="connsiteX69" fmla="*/ 8851702 w 12191998"/>
              <a:gd name="connsiteY69" fmla="*/ 914933 h 6857999"/>
              <a:gd name="connsiteX70" fmla="*/ 8735547 w 12191998"/>
              <a:gd name="connsiteY70" fmla="*/ 569592 h 6857999"/>
              <a:gd name="connsiteX71" fmla="*/ 8650629 w 12191998"/>
              <a:gd name="connsiteY71" fmla="*/ 509316 h 6857999"/>
              <a:gd name="connsiteX72" fmla="*/ 9998676 w 12191998"/>
              <a:gd name="connsiteY72" fmla="*/ 508158 h 6857999"/>
              <a:gd name="connsiteX73" fmla="*/ 9998676 w 12191998"/>
              <a:gd name="connsiteY73" fmla="*/ 945475 h 6857999"/>
              <a:gd name="connsiteX74" fmla="*/ 10071331 w 12191998"/>
              <a:gd name="connsiteY74" fmla="*/ 945475 h 6857999"/>
              <a:gd name="connsiteX75" fmla="*/ 10071331 w 12191998"/>
              <a:gd name="connsiteY75" fmla="*/ 667467 h 6857999"/>
              <a:gd name="connsiteX76" fmla="*/ 10256323 w 12191998"/>
              <a:gd name="connsiteY76" fmla="*/ 889248 h 6857999"/>
              <a:gd name="connsiteX77" fmla="*/ 10327011 w 12191998"/>
              <a:gd name="connsiteY77" fmla="*/ 945475 h 6857999"/>
              <a:gd name="connsiteX78" fmla="*/ 10379998 w 12191998"/>
              <a:gd name="connsiteY78" fmla="*/ 945475 h 6857999"/>
              <a:gd name="connsiteX79" fmla="*/ 10379998 w 12191998"/>
              <a:gd name="connsiteY79" fmla="*/ 545990 h 6857999"/>
              <a:gd name="connsiteX80" fmla="*/ 10340662 w 12191998"/>
              <a:gd name="connsiteY80" fmla="*/ 508158 h 6857999"/>
              <a:gd name="connsiteX81" fmla="*/ 10308616 w 12191998"/>
              <a:gd name="connsiteY81" fmla="*/ 508158 h 6857999"/>
              <a:gd name="connsiteX82" fmla="*/ 10308616 w 12191998"/>
              <a:gd name="connsiteY82" fmla="*/ 771128 h 6857999"/>
              <a:gd name="connsiteX83" fmla="*/ 10130912 w 12191998"/>
              <a:gd name="connsiteY83" fmla="*/ 559525 h 6857999"/>
              <a:gd name="connsiteX84" fmla="*/ 10052126 w 12191998"/>
              <a:gd name="connsiteY84" fmla="*/ 508158 h 6857999"/>
              <a:gd name="connsiteX85" fmla="*/ 10836635 w 12191998"/>
              <a:gd name="connsiteY85" fmla="*/ 474261 h 6857999"/>
              <a:gd name="connsiteX86" fmla="*/ 10836635 w 12191998"/>
              <a:gd name="connsiteY86" fmla="*/ 945476 h 6857999"/>
              <a:gd name="connsiteX87" fmla="*/ 10972458 w 12191998"/>
              <a:gd name="connsiteY87" fmla="*/ 945476 h 6857999"/>
              <a:gd name="connsiteX88" fmla="*/ 11174225 w 12191998"/>
              <a:gd name="connsiteY88" fmla="*/ 751691 h 6857999"/>
              <a:gd name="connsiteX89" fmla="*/ 11040485 w 12191998"/>
              <a:gd name="connsiteY89" fmla="*/ 604068 h 6857999"/>
              <a:gd name="connsiteX90" fmla="*/ 10952096 w 12191998"/>
              <a:gd name="connsiteY90" fmla="*/ 634611 h 6857999"/>
              <a:gd name="connsiteX91" fmla="*/ 10952096 w 12191998"/>
              <a:gd name="connsiteY91" fmla="*/ 543214 h 6857999"/>
              <a:gd name="connsiteX92" fmla="*/ 10880135 w 12191998"/>
              <a:gd name="connsiteY92" fmla="*/ 474261 h 6857999"/>
              <a:gd name="connsiteX93" fmla="*/ 11597775 w 12191998"/>
              <a:gd name="connsiteY93" fmla="*/ 474261 h 6857999"/>
              <a:gd name="connsiteX94" fmla="*/ 11597775 w 12191998"/>
              <a:gd name="connsiteY94" fmla="*/ 945476 h 6857999"/>
              <a:gd name="connsiteX95" fmla="*/ 11713352 w 12191998"/>
              <a:gd name="connsiteY95" fmla="*/ 945476 h 6857999"/>
              <a:gd name="connsiteX96" fmla="*/ 11713352 w 12191998"/>
              <a:gd name="connsiteY96" fmla="*/ 543214 h 6857999"/>
              <a:gd name="connsiteX97" fmla="*/ 11640697 w 12191998"/>
              <a:gd name="connsiteY97" fmla="*/ 474261 h 6857999"/>
              <a:gd name="connsiteX98" fmla="*/ 8903301 w 12191998"/>
              <a:gd name="connsiteY98" fmla="*/ 474146 h 6857999"/>
              <a:gd name="connsiteX99" fmla="*/ 8903301 w 12191998"/>
              <a:gd name="connsiteY99" fmla="*/ 945476 h 6857999"/>
              <a:gd name="connsiteX100" fmla="*/ 9019456 w 12191998"/>
              <a:gd name="connsiteY100" fmla="*/ 945476 h 6857999"/>
              <a:gd name="connsiteX101" fmla="*/ 9019456 w 12191998"/>
              <a:gd name="connsiteY101" fmla="*/ 543099 h 6857999"/>
              <a:gd name="connsiteX102" fmla="*/ 8946801 w 12191998"/>
              <a:gd name="connsiteY102" fmla="*/ 474146 h 6857999"/>
              <a:gd name="connsiteX103" fmla="*/ 0 w 12191998"/>
              <a:gd name="connsiteY103" fmla="*/ 0 h 6857999"/>
              <a:gd name="connsiteX104" fmla="*/ 12191998 w 12191998"/>
              <a:gd name="connsiteY104" fmla="*/ 0 h 6857999"/>
              <a:gd name="connsiteX105" fmla="*/ 12191998 w 12191998"/>
              <a:gd name="connsiteY105" fmla="*/ 6857999 h 6857999"/>
              <a:gd name="connsiteX106" fmla="*/ 0 w 12191998"/>
              <a:gd name="connsiteY10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12191998" h="6857999">
                <a:moveTo>
                  <a:pt x="10977201" y="670475"/>
                </a:moveTo>
                <a:cubicBezTo>
                  <a:pt x="11021396" y="670475"/>
                  <a:pt x="11054715" y="711199"/>
                  <a:pt x="11054715" y="765459"/>
                </a:cubicBezTo>
                <a:cubicBezTo>
                  <a:pt x="11054715" y="845865"/>
                  <a:pt x="11024057" y="889249"/>
                  <a:pt x="10969681" y="889249"/>
                </a:cubicBezTo>
                <a:lnTo>
                  <a:pt x="10951980" y="889249"/>
                </a:lnTo>
                <a:lnTo>
                  <a:pt x="10951980" y="671863"/>
                </a:lnTo>
                <a:cubicBezTo>
                  <a:pt x="10959500" y="671169"/>
                  <a:pt x="10965632" y="670475"/>
                  <a:pt x="10977201" y="670475"/>
                </a:cubicBezTo>
                <a:close/>
                <a:moveTo>
                  <a:pt x="9769142" y="660989"/>
                </a:moveTo>
                <a:cubicBezTo>
                  <a:pt x="9808593" y="660989"/>
                  <a:pt x="9821320" y="709696"/>
                  <a:pt x="9821320" y="780846"/>
                </a:cubicBezTo>
                <a:cubicBezTo>
                  <a:pt x="9821320" y="847948"/>
                  <a:pt x="9808478" y="891217"/>
                  <a:pt x="9769142" y="891217"/>
                </a:cubicBezTo>
                <a:cubicBezTo>
                  <a:pt x="9729807" y="891217"/>
                  <a:pt x="9715345" y="845865"/>
                  <a:pt x="9715345" y="774715"/>
                </a:cubicBezTo>
                <a:cubicBezTo>
                  <a:pt x="9715345" y="707150"/>
                  <a:pt x="9728997" y="660989"/>
                  <a:pt x="9769142" y="660989"/>
                </a:cubicBezTo>
                <a:close/>
                <a:moveTo>
                  <a:pt x="10608953" y="660988"/>
                </a:moveTo>
                <a:cubicBezTo>
                  <a:pt x="10648288" y="660988"/>
                  <a:pt x="10661246" y="709810"/>
                  <a:pt x="10661246" y="780961"/>
                </a:cubicBezTo>
                <a:cubicBezTo>
                  <a:pt x="10661246" y="847947"/>
                  <a:pt x="10648288" y="891216"/>
                  <a:pt x="10608953" y="891216"/>
                </a:cubicBezTo>
                <a:cubicBezTo>
                  <a:pt x="10569386" y="891216"/>
                  <a:pt x="10555156" y="845864"/>
                  <a:pt x="10555156" y="774714"/>
                </a:cubicBezTo>
                <a:cubicBezTo>
                  <a:pt x="10555156" y="707034"/>
                  <a:pt x="10568692" y="660988"/>
                  <a:pt x="10608953" y="660988"/>
                </a:cubicBezTo>
                <a:close/>
                <a:moveTo>
                  <a:pt x="11387678" y="656245"/>
                </a:moveTo>
                <a:cubicBezTo>
                  <a:pt x="11432566" y="656245"/>
                  <a:pt x="11441359" y="736882"/>
                  <a:pt x="11441359" y="736882"/>
                </a:cubicBezTo>
                <a:lnTo>
                  <a:pt x="11332030" y="736882"/>
                </a:lnTo>
                <a:cubicBezTo>
                  <a:pt x="11335848" y="687482"/>
                  <a:pt x="11354821" y="656245"/>
                  <a:pt x="11387678" y="656245"/>
                </a:cubicBezTo>
                <a:close/>
                <a:moveTo>
                  <a:pt x="9281962" y="608927"/>
                </a:moveTo>
                <a:lnTo>
                  <a:pt x="9281962" y="664344"/>
                </a:lnTo>
                <a:lnTo>
                  <a:pt x="9410033" y="664344"/>
                </a:lnTo>
                <a:lnTo>
                  <a:pt x="9288093" y="895844"/>
                </a:lnTo>
                <a:cubicBezTo>
                  <a:pt x="9277103" y="916206"/>
                  <a:pt x="9275714" y="932518"/>
                  <a:pt x="9279764" y="945476"/>
                </a:cubicBezTo>
                <a:lnTo>
                  <a:pt x="9533940" y="945476"/>
                </a:lnTo>
                <a:cubicBezTo>
                  <a:pt x="9556384" y="945476"/>
                  <a:pt x="9571308" y="929163"/>
                  <a:pt x="9571308" y="905446"/>
                </a:cubicBezTo>
                <a:lnTo>
                  <a:pt x="9571308" y="885200"/>
                </a:lnTo>
                <a:cubicBezTo>
                  <a:pt x="9559045" y="887977"/>
                  <a:pt x="9540765" y="889249"/>
                  <a:pt x="9506058" y="889249"/>
                </a:cubicBezTo>
                <a:lnTo>
                  <a:pt x="9422412" y="889249"/>
                </a:lnTo>
                <a:lnTo>
                  <a:pt x="9567953" y="608927"/>
                </a:lnTo>
                <a:close/>
                <a:moveTo>
                  <a:pt x="9150651" y="608927"/>
                </a:moveTo>
                <a:lnTo>
                  <a:pt x="9026397" y="766616"/>
                </a:lnTo>
                <a:lnTo>
                  <a:pt x="9092226" y="893299"/>
                </a:lnTo>
                <a:cubicBezTo>
                  <a:pt x="9110621" y="929857"/>
                  <a:pt x="9118720" y="945476"/>
                  <a:pt x="9160253" y="945476"/>
                </a:cubicBezTo>
                <a:lnTo>
                  <a:pt x="9253964" y="945476"/>
                </a:lnTo>
                <a:cubicBezTo>
                  <a:pt x="9248642" y="941311"/>
                  <a:pt x="9243783" y="932518"/>
                  <a:pt x="9234296" y="915627"/>
                </a:cubicBezTo>
                <a:lnTo>
                  <a:pt x="9138387" y="739312"/>
                </a:lnTo>
                <a:lnTo>
                  <a:pt x="9250493" y="608927"/>
                </a:lnTo>
                <a:close/>
                <a:moveTo>
                  <a:pt x="8624714" y="602448"/>
                </a:moveTo>
                <a:lnTo>
                  <a:pt x="8682907" y="784895"/>
                </a:lnTo>
                <a:lnTo>
                  <a:pt x="8562240" y="784895"/>
                </a:lnTo>
                <a:close/>
                <a:moveTo>
                  <a:pt x="11388950" y="600828"/>
                </a:moveTo>
                <a:cubicBezTo>
                  <a:pt x="11288298" y="600828"/>
                  <a:pt x="11214949" y="671169"/>
                  <a:pt x="11214949" y="778069"/>
                </a:cubicBezTo>
                <a:cubicBezTo>
                  <a:pt x="11214949" y="881729"/>
                  <a:pt x="11279506" y="953458"/>
                  <a:pt x="11384786" y="953458"/>
                </a:cubicBezTo>
                <a:cubicBezTo>
                  <a:pt x="11490065" y="953458"/>
                  <a:pt x="11528128" y="898736"/>
                  <a:pt x="11530211" y="845864"/>
                </a:cubicBezTo>
                <a:cubicBezTo>
                  <a:pt x="11507651" y="862293"/>
                  <a:pt x="11473059" y="871548"/>
                  <a:pt x="11434302" y="871548"/>
                </a:cubicBezTo>
                <a:cubicBezTo>
                  <a:pt x="11375414" y="871548"/>
                  <a:pt x="11337352" y="838113"/>
                  <a:pt x="11331798" y="783506"/>
                </a:cubicBezTo>
                <a:cubicBezTo>
                  <a:pt x="11331798" y="783506"/>
                  <a:pt x="11546639" y="783506"/>
                  <a:pt x="11546639" y="783506"/>
                </a:cubicBezTo>
                <a:cubicBezTo>
                  <a:pt x="11548721" y="769970"/>
                  <a:pt x="11549300" y="756434"/>
                  <a:pt x="11549300" y="744286"/>
                </a:cubicBezTo>
                <a:cubicBezTo>
                  <a:pt x="11549300" y="664343"/>
                  <a:pt x="11490181" y="600828"/>
                  <a:pt x="11388950" y="600828"/>
                </a:cubicBezTo>
                <a:close/>
                <a:moveTo>
                  <a:pt x="9769721" y="600135"/>
                </a:moveTo>
                <a:cubicBezTo>
                  <a:pt x="9671961" y="600135"/>
                  <a:pt x="9590282" y="671170"/>
                  <a:pt x="9590282" y="785705"/>
                </a:cubicBezTo>
                <a:cubicBezTo>
                  <a:pt x="9590282" y="886473"/>
                  <a:pt x="9671961" y="953459"/>
                  <a:pt x="9767754" y="953459"/>
                </a:cubicBezTo>
                <a:cubicBezTo>
                  <a:pt x="9864242" y="953459"/>
                  <a:pt x="9946383" y="884391"/>
                  <a:pt x="9946383" y="769971"/>
                </a:cubicBezTo>
                <a:cubicBezTo>
                  <a:pt x="9946383" y="672443"/>
                  <a:pt x="9868291" y="600135"/>
                  <a:pt x="9769721" y="600135"/>
                </a:cubicBezTo>
                <a:close/>
                <a:moveTo>
                  <a:pt x="10609531" y="600134"/>
                </a:moveTo>
                <a:cubicBezTo>
                  <a:pt x="10511655" y="600134"/>
                  <a:pt x="10430208" y="671169"/>
                  <a:pt x="10430208" y="785704"/>
                </a:cubicBezTo>
                <a:cubicBezTo>
                  <a:pt x="10430208" y="886472"/>
                  <a:pt x="10511655" y="953458"/>
                  <a:pt x="10607564" y="953458"/>
                </a:cubicBezTo>
                <a:cubicBezTo>
                  <a:pt x="10704052" y="953458"/>
                  <a:pt x="10786309" y="884390"/>
                  <a:pt x="10786309" y="769970"/>
                </a:cubicBezTo>
                <a:cubicBezTo>
                  <a:pt x="10786309" y="672557"/>
                  <a:pt x="10708101" y="600134"/>
                  <a:pt x="10609531" y="600134"/>
                </a:cubicBezTo>
                <a:close/>
                <a:moveTo>
                  <a:pt x="8595559" y="509316"/>
                </a:moveTo>
                <a:lnTo>
                  <a:pt x="8433937" y="945476"/>
                </a:lnTo>
                <a:lnTo>
                  <a:pt x="8507286" y="945476"/>
                </a:lnTo>
                <a:lnTo>
                  <a:pt x="8544192" y="837767"/>
                </a:lnTo>
                <a:lnTo>
                  <a:pt x="8699798" y="837767"/>
                </a:lnTo>
                <a:lnTo>
                  <a:pt x="8722011" y="907529"/>
                </a:lnTo>
                <a:cubicBezTo>
                  <a:pt x="8730225" y="933213"/>
                  <a:pt x="8740406" y="944782"/>
                  <a:pt x="8768288" y="944782"/>
                </a:cubicBezTo>
                <a:lnTo>
                  <a:pt x="8866164" y="944782"/>
                </a:lnTo>
                <a:cubicBezTo>
                  <a:pt x="8861304" y="939923"/>
                  <a:pt x="8857834" y="931940"/>
                  <a:pt x="8851702" y="914933"/>
                </a:cubicBezTo>
                <a:lnTo>
                  <a:pt x="8735547" y="569592"/>
                </a:lnTo>
                <a:cubicBezTo>
                  <a:pt x="8721895" y="528290"/>
                  <a:pt x="8707665" y="509316"/>
                  <a:pt x="8650629" y="509316"/>
                </a:cubicBezTo>
                <a:close/>
                <a:moveTo>
                  <a:pt x="9998676" y="508158"/>
                </a:moveTo>
                <a:lnTo>
                  <a:pt x="9998676" y="945475"/>
                </a:lnTo>
                <a:lnTo>
                  <a:pt x="10071331" y="945475"/>
                </a:lnTo>
                <a:lnTo>
                  <a:pt x="10071331" y="667467"/>
                </a:lnTo>
                <a:lnTo>
                  <a:pt x="10256323" y="889248"/>
                </a:lnTo>
                <a:cubicBezTo>
                  <a:pt x="10282122" y="920370"/>
                  <a:pt x="10299129" y="945475"/>
                  <a:pt x="10327011" y="945475"/>
                </a:cubicBezTo>
                <a:lnTo>
                  <a:pt x="10379998" y="945475"/>
                </a:lnTo>
                <a:lnTo>
                  <a:pt x="10379998" y="545990"/>
                </a:lnTo>
                <a:cubicBezTo>
                  <a:pt x="10379998" y="522968"/>
                  <a:pt x="10364379" y="508158"/>
                  <a:pt x="10340662" y="508158"/>
                </a:cubicBezTo>
                <a:lnTo>
                  <a:pt x="10308616" y="508158"/>
                </a:lnTo>
                <a:lnTo>
                  <a:pt x="10308616" y="771128"/>
                </a:lnTo>
                <a:lnTo>
                  <a:pt x="10130912" y="559525"/>
                </a:lnTo>
                <a:cubicBezTo>
                  <a:pt x="10104419" y="527711"/>
                  <a:pt x="10090883" y="508158"/>
                  <a:pt x="10052126" y="508158"/>
                </a:cubicBezTo>
                <a:close/>
                <a:moveTo>
                  <a:pt x="10836635" y="474261"/>
                </a:moveTo>
                <a:lnTo>
                  <a:pt x="10836635" y="945476"/>
                </a:lnTo>
                <a:lnTo>
                  <a:pt x="10972458" y="945476"/>
                </a:lnTo>
                <a:cubicBezTo>
                  <a:pt x="11102265" y="945476"/>
                  <a:pt x="11174225" y="877796"/>
                  <a:pt x="11174225" y="751691"/>
                </a:cubicBezTo>
                <a:cubicBezTo>
                  <a:pt x="11174225" y="667120"/>
                  <a:pt x="11116610" y="604068"/>
                  <a:pt x="11040485" y="604068"/>
                </a:cubicBezTo>
                <a:cubicBezTo>
                  <a:pt x="11001034" y="604068"/>
                  <a:pt x="10968409" y="618298"/>
                  <a:pt x="10952096" y="634611"/>
                </a:cubicBezTo>
                <a:lnTo>
                  <a:pt x="10952096" y="543214"/>
                </a:lnTo>
                <a:cubicBezTo>
                  <a:pt x="10952096" y="501217"/>
                  <a:pt x="10922132" y="474261"/>
                  <a:pt x="10880135" y="474261"/>
                </a:cubicBezTo>
                <a:close/>
                <a:moveTo>
                  <a:pt x="11597775" y="474261"/>
                </a:moveTo>
                <a:lnTo>
                  <a:pt x="11597775" y="945476"/>
                </a:lnTo>
                <a:lnTo>
                  <a:pt x="11713352" y="945476"/>
                </a:lnTo>
                <a:lnTo>
                  <a:pt x="11713352" y="543214"/>
                </a:lnTo>
                <a:cubicBezTo>
                  <a:pt x="11713352" y="501217"/>
                  <a:pt x="11682809" y="474261"/>
                  <a:pt x="11640697" y="474261"/>
                </a:cubicBezTo>
                <a:close/>
                <a:moveTo>
                  <a:pt x="8903301" y="474146"/>
                </a:moveTo>
                <a:lnTo>
                  <a:pt x="8903301" y="945476"/>
                </a:lnTo>
                <a:lnTo>
                  <a:pt x="9019456" y="945476"/>
                </a:lnTo>
                <a:lnTo>
                  <a:pt x="9019456" y="543099"/>
                </a:lnTo>
                <a:cubicBezTo>
                  <a:pt x="9019456" y="501218"/>
                  <a:pt x="8988913" y="474146"/>
                  <a:pt x="8946801" y="474146"/>
                </a:cubicBez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420108E-041D-BC5D-BA7B-C2D833510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611880"/>
            <a:ext cx="8473439" cy="3246120"/>
          </a:xfr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468000" tIns="558000" rIns="1008000" bIns="1584000" anchor="t" anchorCtr="0">
            <a:noAutofit/>
          </a:bodyPr>
          <a:lstStyle>
            <a:lvl1pPr algn="l">
              <a:defRPr sz="4000" b="1">
                <a:solidFill>
                  <a:srgbClr val="00519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C53866B5-301E-2377-78E9-2C4E51494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5593398"/>
            <a:ext cx="6982733" cy="775597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721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image – white logo">
    <p:bg bwMode="gray"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!!logo">
            <a:extLst>
              <a:ext uri="{FF2B5EF4-FFF2-40B4-BE49-F238E27FC236}">
                <a16:creationId xmlns:a16="http://schemas.microsoft.com/office/drawing/2014/main" id="{6224D25A-8CB7-2C46-3A70-9429AAF28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713" y="38102"/>
            <a:ext cx="4141785" cy="1353600"/>
          </a:xfrm>
          <a:prstGeom prst="rect">
            <a:avLst/>
          </a:prstGeom>
        </p:spPr>
      </p:pic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0FC5BD12-1C98-4A2A-F259-E6BCCB4BED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" y="2"/>
            <a:ext cx="12191998" cy="6857999"/>
          </a:xfrm>
          <a:custGeom>
            <a:avLst/>
            <a:gdLst>
              <a:gd name="connsiteX0" fmla="*/ 10977201 w 12191998"/>
              <a:gd name="connsiteY0" fmla="*/ 670475 h 6857999"/>
              <a:gd name="connsiteX1" fmla="*/ 11054715 w 12191998"/>
              <a:gd name="connsiteY1" fmla="*/ 765459 h 6857999"/>
              <a:gd name="connsiteX2" fmla="*/ 10969681 w 12191998"/>
              <a:gd name="connsiteY2" fmla="*/ 889249 h 6857999"/>
              <a:gd name="connsiteX3" fmla="*/ 10951980 w 12191998"/>
              <a:gd name="connsiteY3" fmla="*/ 889249 h 6857999"/>
              <a:gd name="connsiteX4" fmla="*/ 10951980 w 12191998"/>
              <a:gd name="connsiteY4" fmla="*/ 671863 h 6857999"/>
              <a:gd name="connsiteX5" fmla="*/ 10977201 w 12191998"/>
              <a:gd name="connsiteY5" fmla="*/ 670475 h 6857999"/>
              <a:gd name="connsiteX6" fmla="*/ 9769142 w 12191998"/>
              <a:gd name="connsiteY6" fmla="*/ 660989 h 6857999"/>
              <a:gd name="connsiteX7" fmla="*/ 9821320 w 12191998"/>
              <a:gd name="connsiteY7" fmla="*/ 780846 h 6857999"/>
              <a:gd name="connsiteX8" fmla="*/ 9769142 w 12191998"/>
              <a:gd name="connsiteY8" fmla="*/ 891217 h 6857999"/>
              <a:gd name="connsiteX9" fmla="*/ 9715345 w 12191998"/>
              <a:gd name="connsiteY9" fmla="*/ 774715 h 6857999"/>
              <a:gd name="connsiteX10" fmla="*/ 9769142 w 12191998"/>
              <a:gd name="connsiteY10" fmla="*/ 660989 h 6857999"/>
              <a:gd name="connsiteX11" fmla="*/ 10608953 w 12191998"/>
              <a:gd name="connsiteY11" fmla="*/ 660988 h 6857999"/>
              <a:gd name="connsiteX12" fmla="*/ 10661246 w 12191998"/>
              <a:gd name="connsiteY12" fmla="*/ 780961 h 6857999"/>
              <a:gd name="connsiteX13" fmla="*/ 10608953 w 12191998"/>
              <a:gd name="connsiteY13" fmla="*/ 891216 h 6857999"/>
              <a:gd name="connsiteX14" fmla="*/ 10555156 w 12191998"/>
              <a:gd name="connsiteY14" fmla="*/ 774714 h 6857999"/>
              <a:gd name="connsiteX15" fmla="*/ 10608953 w 12191998"/>
              <a:gd name="connsiteY15" fmla="*/ 660988 h 6857999"/>
              <a:gd name="connsiteX16" fmla="*/ 11387678 w 12191998"/>
              <a:gd name="connsiteY16" fmla="*/ 656245 h 6857999"/>
              <a:gd name="connsiteX17" fmla="*/ 11441359 w 12191998"/>
              <a:gd name="connsiteY17" fmla="*/ 736882 h 6857999"/>
              <a:gd name="connsiteX18" fmla="*/ 11332030 w 12191998"/>
              <a:gd name="connsiteY18" fmla="*/ 736882 h 6857999"/>
              <a:gd name="connsiteX19" fmla="*/ 11387678 w 12191998"/>
              <a:gd name="connsiteY19" fmla="*/ 656245 h 6857999"/>
              <a:gd name="connsiteX20" fmla="*/ 9281962 w 12191998"/>
              <a:gd name="connsiteY20" fmla="*/ 608927 h 6857999"/>
              <a:gd name="connsiteX21" fmla="*/ 9281962 w 12191998"/>
              <a:gd name="connsiteY21" fmla="*/ 664344 h 6857999"/>
              <a:gd name="connsiteX22" fmla="*/ 9410033 w 12191998"/>
              <a:gd name="connsiteY22" fmla="*/ 664344 h 6857999"/>
              <a:gd name="connsiteX23" fmla="*/ 9288093 w 12191998"/>
              <a:gd name="connsiteY23" fmla="*/ 895844 h 6857999"/>
              <a:gd name="connsiteX24" fmla="*/ 9279764 w 12191998"/>
              <a:gd name="connsiteY24" fmla="*/ 945476 h 6857999"/>
              <a:gd name="connsiteX25" fmla="*/ 9533940 w 12191998"/>
              <a:gd name="connsiteY25" fmla="*/ 945476 h 6857999"/>
              <a:gd name="connsiteX26" fmla="*/ 9571308 w 12191998"/>
              <a:gd name="connsiteY26" fmla="*/ 905446 h 6857999"/>
              <a:gd name="connsiteX27" fmla="*/ 9571308 w 12191998"/>
              <a:gd name="connsiteY27" fmla="*/ 885200 h 6857999"/>
              <a:gd name="connsiteX28" fmla="*/ 9506058 w 12191998"/>
              <a:gd name="connsiteY28" fmla="*/ 889249 h 6857999"/>
              <a:gd name="connsiteX29" fmla="*/ 9422412 w 12191998"/>
              <a:gd name="connsiteY29" fmla="*/ 889249 h 6857999"/>
              <a:gd name="connsiteX30" fmla="*/ 9567953 w 12191998"/>
              <a:gd name="connsiteY30" fmla="*/ 608927 h 6857999"/>
              <a:gd name="connsiteX31" fmla="*/ 9150651 w 12191998"/>
              <a:gd name="connsiteY31" fmla="*/ 608927 h 6857999"/>
              <a:gd name="connsiteX32" fmla="*/ 9026397 w 12191998"/>
              <a:gd name="connsiteY32" fmla="*/ 766616 h 6857999"/>
              <a:gd name="connsiteX33" fmla="*/ 9092226 w 12191998"/>
              <a:gd name="connsiteY33" fmla="*/ 893299 h 6857999"/>
              <a:gd name="connsiteX34" fmla="*/ 9160253 w 12191998"/>
              <a:gd name="connsiteY34" fmla="*/ 945476 h 6857999"/>
              <a:gd name="connsiteX35" fmla="*/ 9253964 w 12191998"/>
              <a:gd name="connsiteY35" fmla="*/ 945476 h 6857999"/>
              <a:gd name="connsiteX36" fmla="*/ 9234296 w 12191998"/>
              <a:gd name="connsiteY36" fmla="*/ 915627 h 6857999"/>
              <a:gd name="connsiteX37" fmla="*/ 9138387 w 12191998"/>
              <a:gd name="connsiteY37" fmla="*/ 739312 h 6857999"/>
              <a:gd name="connsiteX38" fmla="*/ 9250493 w 12191998"/>
              <a:gd name="connsiteY38" fmla="*/ 608927 h 6857999"/>
              <a:gd name="connsiteX39" fmla="*/ 8624714 w 12191998"/>
              <a:gd name="connsiteY39" fmla="*/ 602448 h 6857999"/>
              <a:gd name="connsiteX40" fmla="*/ 8682907 w 12191998"/>
              <a:gd name="connsiteY40" fmla="*/ 784895 h 6857999"/>
              <a:gd name="connsiteX41" fmla="*/ 8562240 w 12191998"/>
              <a:gd name="connsiteY41" fmla="*/ 784895 h 6857999"/>
              <a:gd name="connsiteX42" fmla="*/ 11388950 w 12191998"/>
              <a:gd name="connsiteY42" fmla="*/ 600828 h 6857999"/>
              <a:gd name="connsiteX43" fmla="*/ 11214949 w 12191998"/>
              <a:gd name="connsiteY43" fmla="*/ 778069 h 6857999"/>
              <a:gd name="connsiteX44" fmla="*/ 11384786 w 12191998"/>
              <a:gd name="connsiteY44" fmla="*/ 953458 h 6857999"/>
              <a:gd name="connsiteX45" fmla="*/ 11530211 w 12191998"/>
              <a:gd name="connsiteY45" fmla="*/ 845864 h 6857999"/>
              <a:gd name="connsiteX46" fmla="*/ 11434302 w 12191998"/>
              <a:gd name="connsiteY46" fmla="*/ 871548 h 6857999"/>
              <a:gd name="connsiteX47" fmla="*/ 11331798 w 12191998"/>
              <a:gd name="connsiteY47" fmla="*/ 783506 h 6857999"/>
              <a:gd name="connsiteX48" fmla="*/ 11546639 w 12191998"/>
              <a:gd name="connsiteY48" fmla="*/ 783506 h 6857999"/>
              <a:gd name="connsiteX49" fmla="*/ 11549300 w 12191998"/>
              <a:gd name="connsiteY49" fmla="*/ 744286 h 6857999"/>
              <a:gd name="connsiteX50" fmla="*/ 11388950 w 12191998"/>
              <a:gd name="connsiteY50" fmla="*/ 600828 h 6857999"/>
              <a:gd name="connsiteX51" fmla="*/ 9769721 w 12191998"/>
              <a:gd name="connsiteY51" fmla="*/ 600135 h 6857999"/>
              <a:gd name="connsiteX52" fmla="*/ 9590282 w 12191998"/>
              <a:gd name="connsiteY52" fmla="*/ 785705 h 6857999"/>
              <a:gd name="connsiteX53" fmla="*/ 9767754 w 12191998"/>
              <a:gd name="connsiteY53" fmla="*/ 953459 h 6857999"/>
              <a:gd name="connsiteX54" fmla="*/ 9946383 w 12191998"/>
              <a:gd name="connsiteY54" fmla="*/ 769971 h 6857999"/>
              <a:gd name="connsiteX55" fmla="*/ 9769721 w 12191998"/>
              <a:gd name="connsiteY55" fmla="*/ 600135 h 6857999"/>
              <a:gd name="connsiteX56" fmla="*/ 10609531 w 12191998"/>
              <a:gd name="connsiteY56" fmla="*/ 600134 h 6857999"/>
              <a:gd name="connsiteX57" fmla="*/ 10430208 w 12191998"/>
              <a:gd name="connsiteY57" fmla="*/ 785704 h 6857999"/>
              <a:gd name="connsiteX58" fmla="*/ 10607564 w 12191998"/>
              <a:gd name="connsiteY58" fmla="*/ 953458 h 6857999"/>
              <a:gd name="connsiteX59" fmla="*/ 10786309 w 12191998"/>
              <a:gd name="connsiteY59" fmla="*/ 769970 h 6857999"/>
              <a:gd name="connsiteX60" fmla="*/ 10609531 w 12191998"/>
              <a:gd name="connsiteY60" fmla="*/ 600134 h 6857999"/>
              <a:gd name="connsiteX61" fmla="*/ 8595559 w 12191998"/>
              <a:gd name="connsiteY61" fmla="*/ 509316 h 6857999"/>
              <a:gd name="connsiteX62" fmla="*/ 8433937 w 12191998"/>
              <a:gd name="connsiteY62" fmla="*/ 945476 h 6857999"/>
              <a:gd name="connsiteX63" fmla="*/ 8507286 w 12191998"/>
              <a:gd name="connsiteY63" fmla="*/ 945476 h 6857999"/>
              <a:gd name="connsiteX64" fmla="*/ 8544192 w 12191998"/>
              <a:gd name="connsiteY64" fmla="*/ 837767 h 6857999"/>
              <a:gd name="connsiteX65" fmla="*/ 8699798 w 12191998"/>
              <a:gd name="connsiteY65" fmla="*/ 837767 h 6857999"/>
              <a:gd name="connsiteX66" fmla="*/ 8722011 w 12191998"/>
              <a:gd name="connsiteY66" fmla="*/ 907529 h 6857999"/>
              <a:gd name="connsiteX67" fmla="*/ 8768288 w 12191998"/>
              <a:gd name="connsiteY67" fmla="*/ 944782 h 6857999"/>
              <a:gd name="connsiteX68" fmla="*/ 8866164 w 12191998"/>
              <a:gd name="connsiteY68" fmla="*/ 944782 h 6857999"/>
              <a:gd name="connsiteX69" fmla="*/ 8851702 w 12191998"/>
              <a:gd name="connsiteY69" fmla="*/ 914933 h 6857999"/>
              <a:gd name="connsiteX70" fmla="*/ 8735547 w 12191998"/>
              <a:gd name="connsiteY70" fmla="*/ 569592 h 6857999"/>
              <a:gd name="connsiteX71" fmla="*/ 8650629 w 12191998"/>
              <a:gd name="connsiteY71" fmla="*/ 509316 h 6857999"/>
              <a:gd name="connsiteX72" fmla="*/ 9998676 w 12191998"/>
              <a:gd name="connsiteY72" fmla="*/ 508158 h 6857999"/>
              <a:gd name="connsiteX73" fmla="*/ 9998676 w 12191998"/>
              <a:gd name="connsiteY73" fmla="*/ 945475 h 6857999"/>
              <a:gd name="connsiteX74" fmla="*/ 10071331 w 12191998"/>
              <a:gd name="connsiteY74" fmla="*/ 945475 h 6857999"/>
              <a:gd name="connsiteX75" fmla="*/ 10071331 w 12191998"/>
              <a:gd name="connsiteY75" fmla="*/ 667467 h 6857999"/>
              <a:gd name="connsiteX76" fmla="*/ 10256323 w 12191998"/>
              <a:gd name="connsiteY76" fmla="*/ 889248 h 6857999"/>
              <a:gd name="connsiteX77" fmla="*/ 10327011 w 12191998"/>
              <a:gd name="connsiteY77" fmla="*/ 945475 h 6857999"/>
              <a:gd name="connsiteX78" fmla="*/ 10379998 w 12191998"/>
              <a:gd name="connsiteY78" fmla="*/ 945475 h 6857999"/>
              <a:gd name="connsiteX79" fmla="*/ 10379998 w 12191998"/>
              <a:gd name="connsiteY79" fmla="*/ 545990 h 6857999"/>
              <a:gd name="connsiteX80" fmla="*/ 10340662 w 12191998"/>
              <a:gd name="connsiteY80" fmla="*/ 508158 h 6857999"/>
              <a:gd name="connsiteX81" fmla="*/ 10308616 w 12191998"/>
              <a:gd name="connsiteY81" fmla="*/ 508158 h 6857999"/>
              <a:gd name="connsiteX82" fmla="*/ 10308616 w 12191998"/>
              <a:gd name="connsiteY82" fmla="*/ 771128 h 6857999"/>
              <a:gd name="connsiteX83" fmla="*/ 10130912 w 12191998"/>
              <a:gd name="connsiteY83" fmla="*/ 559525 h 6857999"/>
              <a:gd name="connsiteX84" fmla="*/ 10052126 w 12191998"/>
              <a:gd name="connsiteY84" fmla="*/ 508158 h 6857999"/>
              <a:gd name="connsiteX85" fmla="*/ 10836635 w 12191998"/>
              <a:gd name="connsiteY85" fmla="*/ 474261 h 6857999"/>
              <a:gd name="connsiteX86" fmla="*/ 10836635 w 12191998"/>
              <a:gd name="connsiteY86" fmla="*/ 945476 h 6857999"/>
              <a:gd name="connsiteX87" fmla="*/ 10972458 w 12191998"/>
              <a:gd name="connsiteY87" fmla="*/ 945476 h 6857999"/>
              <a:gd name="connsiteX88" fmla="*/ 11174225 w 12191998"/>
              <a:gd name="connsiteY88" fmla="*/ 751691 h 6857999"/>
              <a:gd name="connsiteX89" fmla="*/ 11040485 w 12191998"/>
              <a:gd name="connsiteY89" fmla="*/ 604068 h 6857999"/>
              <a:gd name="connsiteX90" fmla="*/ 10952096 w 12191998"/>
              <a:gd name="connsiteY90" fmla="*/ 634611 h 6857999"/>
              <a:gd name="connsiteX91" fmla="*/ 10952096 w 12191998"/>
              <a:gd name="connsiteY91" fmla="*/ 543214 h 6857999"/>
              <a:gd name="connsiteX92" fmla="*/ 10880135 w 12191998"/>
              <a:gd name="connsiteY92" fmla="*/ 474261 h 6857999"/>
              <a:gd name="connsiteX93" fmla="*/ 11597775 w 12191998"/>
              <a:gd name="connsiteY93" fmla="*/ 474261 h 6857999"/>
              <a:gd name="connsiteX94" fmla="*/ 11597775 w 12191998"/>
              <a:gd name="connsiteY94" fmla="*/ 945476 h 6857999"/>
              <a:gd name="connsiteX95" fmla="*/ 11713352 w 12191998"/>
              <a:gd name="connsiteY95" fmla="*/ 945476 h 6857999"/>
              <a:gd name="connsiteX96" fmla="*/ 11713352 w 12191998"/>
              <a:gd name="connsiteY96" fmla="*/ 543214 h 6857999"/>
              <a:gd name="connsiteX97" fmla="*/ 11640697 w 12191998"/>
              <a:gd name="connsiteY97" fmla="*/ 474261 h 6857999"/>
              <a:gd name="connsiteX98" fmla="*/ 8903301 w 12191998"/>
              <a:gd name="connsiteY98" fmla="*/ 474146 h 6857999"/>
              <a:gd name="connsiteX99" fmla="*/ 8903301 w 12191998"/>
              <a:gd name="connsiteY99" fmla="*/ 945476 h 6857999"/>
              <a:gd name="connsiteX100" fmla="*/ 9019456 w 12191998"/>
              <a:gd name="connsiteY100" fmla="*/ 945476 h 6857999"/>
              <a:gd name="connsiteX101" fmla="*/ 9019456 w 12191998"/>
              <a:gd name="connsiteY101" fmla="*/ 543099 h 6857999"/>
              <a:gd name="connsiteX102" fmla="*/ 8946801 w 12191998"/>
              <a:gd name="connsiteY102" fmla="*/ 474146 h 6857999"/>
              <a:gd name="connsiteX103" fmla="*/ 0 w 12191998"/>
              <a:gd name="connsiteY103" fmla="*/ 0 h 6857999"/>
              <a:gd name="connsiteX104" fmla="*/ 12191998 w 12191998"/>
              <a:gd name="connsiteY104" fmla="*/ 0 h 6857999"/>
              <a:gd name="connsiteX105" fmla="*/ 12191998 w 12191998"/>
              <a:gd name="connsiteY105" fmla="*/ 6857999 h 6857999"/>
              <a:gd name="connsiteX106" fmla="*/ 0 w 12191998"/>
              <a:gd name="connsiteY10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12191998" h="6857999">
                <a:moveTo>
                  <a:pt x="10977201" y="670475"/>
                </a:moveTo>
                <a:cubicBezTo>
                  <a:pt x="11021396" y="670475"/>
                  <a:pt x="11054715" y="711199"/>
                  <a:pt x="11054715" y="765459"/>
                </a:cubicBezTo>
                <a:cubicBezTo>
                  <a:pt x="11054715" y="845865"/>
                  <a:pt x="11024057" y="889249"/>
                  <a:pt x="10969681" y="889249"/>
                </a:cubicBezTo>
                <a:lnTo>
                  <a:pt x="10951980" y="889249"/>
                </a:lnTo>
                <a:lnTo>
                  <a:pt x="10951980" y="671863"/>
                </a:lnTo>
                <a:cubicBezTo>
                  <a:pt x="10959500" y="671169"/>
                  <a:pt x="10965632" y="670475"/>
                  <a:pt x="10977201" y="670475"/>
                </a:cubicBezTo>
                <a:close/>
                <a:moveTo>
                  <a:pt x="9769142" y="660989"/>
                </a:moveTo>
                <a:cubicBezTo>
                  <a:pt x="9808593" y="660989"/>
                  <a:pt x="9821320" y="709696"/>
                  <a:pt x="9821320" y="780846"/>
                </a:cubicBezTo>
                <a:cubicBezTo>
                  <a:pt x="9821320" y="847948"/>
                  <a:pt x="9808478" y="891217"/>
                  <a:pt x="9769142" y="891217"/>
                </a:cubicBezTo>
                <a:cubicBezTo>
                  <a:pt x="9729807" y="891217"/>
                  <a:pt x="9715345" y="845865"/>
                  <a:pt x="9715345" y="774715"/>
                </a:cubicBezTo>
                <a:cubicBezTo>
                  <a:pt x="9715345" y="707150"/>
                  <a:pt x="9728997" y="660989"/>
                  <a:pt x="9769142" y="660989"/>
                </a:cubicBezTo>
                <a:close/>
                <a:moveTo>
                  <a:pt x="10608953" y="660988"/>
                </a:moveTo>
                <a:cubicBezTo>
                  <a:pt x="10648288" y="660988"/>
                  <a:pt x="10661246" y="709810"/>
                  <a:pt x="10661246" y="780961"/>
                </a:cubicBezTo>
                <a:cubicBezTo>
                  <a:pt x="10661246" y="847947"/>
                  <a:pt x="10648288" y="891216"/>
                  <a:pt x="10608953" y="891216"/>
                </a:cubicBezTo>
                <a:cubicBezTo>
                  <a:pt x="10569386" y="891216"/>
                  <a:pt x="10555156" y="845864"/>
                  <a:pt x="10555156" y="774714"/>
                </a:cubicBezTo>
                <a:cubicBezTo>
                  <a:pt x="10555156" y="707034"/>
                  <a:pt x="10568692" y="660988"/>
                  <a:pt x="10608953" y="660988"/>
                </a:cubicBezTo>
                <a:close/>
                <a:moveTo>
                  <a:pt x="11387678" y="656245"/>
                </a:moveTo>
                <a:cubicBezTo>
                  <a:pt x="11432566" y="656245"/>
                  <a:pt x="11441359" y="736882"/>
                  <a:pt x="11441359" y="736882"/>
                </a:cubicBezTo>
                <a:lnTo>
                  <a:pt x="11332030" y="736882"/>
                </a:lnTo>
                <a:cubicBezTo>
                  <a:pt x="11335848" y="687482"/>
                  <a:pt x="11354821" y="656245"/>
                  <a:pt x="11387678" y="656245"/>
                </a:cubicBezTo>
                <a:close/>
                <a:moveTo>
                  <a:pt x="9281962" y="608927"/>
                </a:moveTo>
                <a:lnTo>
                  <a:pt x="9281962" y="664344"/>
                </a:lnTo>
                <a:lnTo>
                  <a:pt x="9410033" y="664344"/>
                </a:lnTo>
                <a:lnTo>
                  <a:pt x="9288093" y="895844"/>
                </a:lnTo>
                <a:cubicBezTo>
                  <a:pt x="9277103" y="916206"/>
                  <a:pt x="9275714" y="932518"/>
                  <a:pt x="9279764" y="945476"/>
                </a:cubicBezTo>
                <a:lnTo>
                  <a:pt x="9533940" y="945476"/>
                </a:lnTo>
                <a:cubicBezTo>
                  <a:pt x="9556384" y="945476"/>
                  <a:pt x="9571308" y="929163"/>
                  <a:pt x="9571308" y="905446"/>
                </a:cubicBezTo>
                <a:lnTo>
                  <a:pt x="9571308" y="885200"/>
                </a:lnTo>
                <a:cubicBezTo>
                  <a:pt x="9559045" y="887977"/>
                  <a:pt x="9540765" y="889249"/>
                  <a:pt x="9506058" y="889249"/>
                </a:cubicBezTo>
                <a:lnTo>
                  <a:pt x="9422412" y="889249"/>
                </a:lnTo>
                <a:lnTo>
                  <a:pt x="9567953" y="608927"/>
                </a:lnTo>
                <a:close/>
                <a:moveTo>
                  <a:pt x="9150651" y="608927"/>
                </a:moveTo>
                <a:lnTo>
                  <a:pt x="9026397" y="766616"/>
                </a:lnTo>
                <a:lnTo>
                  <a:pt x="9092226" y="893299"/>
                </a:lnTo>
                <a:cubicBezTo>
                  <a:pt x="9110621" y="929857"/>
                  <a:pt x="9118720" y="945476"/>
                  <a:pt x="9160253" y="945476"/>
                </a:cubicBezTo>
                <a:lnTo>
                  <a:pt x="9253964" y="945476"/>
                </a:lnTo>
                <a:cubicBezTo>
                  <a:pt x="9248642" y="941311"/>
                  <a:pt x="9243783" y="932518"/>
                  <a:pt x="9234296" y="915627"/>
                </a:cubicBezTo>
                <a:lnTo>
                  <a:pt x="9138387" y="739312"/>
                </a:lnTo>
                <a:lnTo>
                  <a:pt x="9250493" y="608927"/>
                </a:lnTo>
                <a:close/>
                <a:moveTo>
                  <a:pt x="8624714" y="602448"/>
                </a:moveTo>
                <a:lnTo>
                  <a:pt x="8682907" y="784895"/>
                </a:lnTo>
                <a:lnTo>
                  <a:pt x="8562240" y="784895"/>
                </a:lnTo>
                <a:close/>
                <a:moveTo>
                  <a:pt x="11388950" y="600828"/>
                </a:moveTo>
                <a:cubicBezTo>
                  <a:pt x="11288298" y="600828"/>
                  <a:pt x="11214949" y="671169"/>
                  <a:pt x="11214949" y="778069"/>
                </a:cubicBezTo>
                <a:cubicBezTo>
                  <a:pt x="11214949" y="881729"/>
                  <a:pt x="11279506" y="953458"/>
                  <a:pt x="11384786" y="953458"/>
                </a:cubicBezTo>
                <a:cubicBezTo>
                  <a:pt x="11490065" y="953458"/>
                  <a:pt x="11528128" y="898736"/>
                  <a:pt x="11530211" y="845864"/>
                </a:cubicBezTo>
                <a:cubicBezTo>
                  <a:pt x="11507651" y="862293"/>
                  <a:pt x="11473059" y="871548"/>
                  <a:pt x="11434302" y="871548"/>
                </a:cubicBezTo>
                <a:cubicBezTo>
                  <a:pt x="11375414" y="871548"/>
                  <a:pt x="11337352" y="838113"/>
                  <a:pt x="11331798" y="783506"/>
                </a:cubicBezTo>
                <a:cubicBezTo>
                  <a:pt x="11331798" y="783506"/>
                  <a:pt x="11546639" y="783506"/>
                  <a:pt x="11546639" y="783506"/>
                </a:cubicBezTo>
                <a:cubicBezTo>
                  <a:pt x="11548721" y="769970"/>
                  <a:pt x="11549300" y="756434"/>
                  <a:pt x="11549300" y="744286"/>
                </a:cubicBezTo>
                <a:cubicBezTo>
                  <a:pt x="11549300" y="664343"/>
                  <a:pt x="11490181" y="600828"/>
                  <a:pt x="11388950" y="600828"/>
                </a:cubicBezTo>
                <a:close/>
                <a:moveTo>
                  <a:pt x="9769721" y="600135"/>
                </a:moveTo>
                <a:cubicBezTo>
                  <a:pt x="9671961" y="600135"/>
                  <a:pt x="9590282" y="671170"/>
                  <a:pt x="9590282" y="785705"/>
                </a:cubicBezTo>
                <a:cubicBezTo>
                  <a:pt x="9590282" y="886473"/>
                  <a:pt x="9671961" y="953459"/>
                  <a:pt x="9767754" y="953459"/>
                </a:cubicBezTo>
                <a:cubicBezTo>
                  <a:pt x="9864242" y="953459"/>
                  <a:pt x="9946383" y="884391"/>
                  <a:pt x="9946383" y="769971"/>
                </a:cubicBezTo>
                <a:cubicBezTo>
                  <a:pt x="9946383" y="672443"/>
                  <a:pt x="9868291" y="600135"/>
                  <a:pt x="9769721" y="600135"/>
                </a:cubicBezTo>
                <a:close/>
                <a:moveTo>
                  <a:pt x="10609531" y="600134"/>
                </a:moveTo>
                <a:cubicBezTo>
                  <a:pt x="10511655" y="600134"/>
                  <a:pt x="10430208" y="671169"/>
                  <a:pt x="10430208" y="785704"/>
                </a:cubicBezTo>
                <a:cubicBezTo>
                  <a:pt x="10430208" y="886472"/>
                  <a:pt x="10511655" y="953458"/>
                  <a:pt x="10607564" y="953458"/>
                </a:cubicBezTo>
                <a:cubicBezTo>
                  <a:pt x="10704052" y="953458"/>
                  <a:pt x="10786309" y="884390"/>
                  <a:pt x="10786309" y="769970"/>
                </a:cubicBezTo>
                <a:cubicBezTo>
                  <a:pt x="10786309" y="672557"/>
                  <a:pt x="10708101" y="600134"/>
                  <a:pt x="10609531" y="600134"/>
                </a:cubicBezTo>
                <a:close/>
                <a:moveTo>
                  <a:pt x="8595559" y="509316"/>
                </a:moveTo>
                <a:lnTo>
                  <a:pt x="8433937" y="945476"/>
                </a:lnTo>
                <a:lnTo>
                  <a:pt x="8507286" y="945476"/>
                </a:lnTo>
                <a:lnTo>
                  <a:pt x="8544192" y="837767"/>
                </a:lnTo>
                <a:lnTo>
                  <a:pt x="8699798" y="837767"/>
                </a:lnTo>
                <a:lnTo>
                  <a:pt x="8722011" y="907529"/>
                </a:lnTo>
                <a:cubicBezTo>
                  <a:pt x="8730225" y="933213"/>
                  <a:pt x="8740406" y="944782"/>
                  <a:pt x="8768288" y="944782"/>
                </a:cubicBezTo>
                <a:lnTo>
                  <a:pt x="8866164" y="944782"/>
                </a:lnTo>
                <a:cubicBezTo>
                  <a:pt x="8861304" y="939923"/>
                  <a:pt x="8857834" y="931940"/>
                  <a:pt x="8851702" y="914933"/>
                </a:cubicBezTo>
                <a:lnTo>
                  <a:pt x="8735547" y="569592"/>
                </a:lnTo>
                <a:cubicBezTo>
                  <a:pt x="8721895" y="528290"/>
                  <a:pt x="8707665" y="509316"/>
                  <a:pt x="8650629" y="509316"/>
                </a:cubicBezTo>
                <a:close/>
                <a:moveTo>
                  <a:pt x="9998676" y="508158"/>
                </a:moveTo>
                <a:lnTo>
                  <a:pt x="9998676" y="945475"/>
                </a:lnTo>
                <a:lnTo>
                  <a:pt x="10071331" y="945475"/>
                </a:lnTo>
                <a:lnTo>
                  <a:pt x="10071331" y="667467"/>
                </a:lnTo>
                <a:lnTo>
                  <a:pt x="10256323" y="889248"/>
                </a:lnTo>
                <a:cubicBezTo>
                  <a:pt x="10282122" y="920370"/>
                  <a:pt x="10299129" y="945475"/>
                  <a:pt x="10327011" y="945475"/>
                </a:cubicBezTo>
                <a:lnTo>
                  <a:pt x="10379998" y="945475"/>
                </a:lnTo>
                <a:lnTo>
                  <a:pt x="10379998" y="545990"/>
                </a:lnTo>
                <a:cubicBezTo>
                  <a:pt x="10379998" y="522968"/>
                  <a:pt x="10364379" y="508158"/>
                  <a:pt x="10340662" y="508158"/>
                </a:cubicBezTo>
                <a:lnTo>
                  <a:pt x="10308616" y="508158"/>
                </a:lnTo>
                <a:lnTo>
                  <a:pt x="10308616" y="771128"/>
                </a:lnTo>
                <a:lnTo>
                  <a:pt x="10130912" y="559525"/>
                </a:lnTo>
                <a:cubicBezTo>
                  <a:pt x="10104419" y="527711"/>
                  <a:pt x="10090883" y="508158"/>
                  <a:pt x="10052126" y="508158"/>
                </a:cubicBezTo>
                <a:close/>
                <a:moveTo>
                  <a:pt x="10836635" y="474261"/>
                </a:moveTo>
                <a:lnTo>
                  <a:pt x="10836635" y="945476"/>
                </a:lnTo>
                <a:lnTo>
                  <a:pt x="10972458" y="945476"/>
                </a:lnTo>
                <a:cubicBezTo>
                  <a:pt x="11102265" y="945476"/>
                  <a:pt x="11174225" y="877796"/>
                  <a:pt x="11174225" y="751691"/>
                </a:cubicBezTo>
                <a:cubicBezTo>
                  <a:pt x="11174225" y="667120"/>
                  <a:pt x="11116610" y="604068"/>
                  <a:pt x="11040485" y="604068"/>
                </a:cubicBezTo>
                <a:cubicBezTo>
                  <a:pt x="11001034" y="604068"/>
                  <a:pt x="10968409" y="618298"/>
                  <a:pt x="10952096" y="634611"/>
                </a:cubicBezTo>
                <a:lnTo>
                  <a:pt x="10952096" y="543214"/>
                </a:lnTo>
                <a:cubicBezTo>
                  <a:pt x="10952096" y="501217"/>
                  <a:pt x="10922132" y="474261"/>
                  <a:pt x="10880135" y="474261"/>
                </a:cubicBezTo>
                <a:close/>
                <a:moveTo>
                  <a:pt x="11597775" y="474261"/>
                </a:moveTo>
                <a:lnTo>
                  <a:pt x="11597775" y="945476"/>
                </a:lnTo>
                <a:lnTo>
                  <a:pt x="11713352" y="945476"/>
                </a:lnTo>
                <a:lnTo>
                  <a:pt x="11713352" y="543214"/>
                </a:lnTo>
                <a:cubicBezTo>
                  <a:pt x="11713352" y="501217"/>
                  <a:pt x="11682809" y="474261"/>
                  <a:pt x="11640697" y="474261"/>
                </a:cubicBezTo>
                <a:close/>
                <a:moveTo>
                  <a:pt x="8903301" y="474146"/>
                </a:moveTo>
                <a:lnTo>
                  <a:pt x="8903301" y="945476"/>
                </a:lnTo>
                <a:lnTo>
                  <a:pt x="9019456" y="945476"/>
                </a:lnTo>
                <a:lnTo>
                  <a:pt x="9019456" y="543099"/>
                </a:lnTo>
                <a:cubicBezTo>
                  <a:pt x="9019456" y="501218"/>
                  <a:pt x="8988913" y="474146"/>
                  <a:pt x="8946801" y="474146"/>
                </a:cubicBez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940128-24E3-13CC-E562-0C81FBED4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611880"/>
            <a:ext cx="8473439" cy="3246120"/>
          </a:xfr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468000" tIns="558000" rIns="1008000" bIns="1584000" anchor="t" anchorCtr="0">
            <a:noAutofit/>
          </a:bodyPr>
          <a:lstStyle>
            <a:lvl1pPr algn="l">
              <a:defRPr sz="4000" b="1">
                <a:solidFill>
                  <a:srgbClr val="00519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18E2315-3D64-B3D2-1A25-738520BAB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5593398"/>
            <a:ext cx="6982733" cy="775597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grpSp>
        <p:nvGrpSpPr>
          <p:cNvPr id="8" name="marker">
            <a:extLst>
              <a:ext uri="{FF2B5EF4-FFF2-40B4-BE49-F238E27FC236}">
                <a16:creationId xmlns:a16="http://schemas.microsoft.com/office/drawing/2014/main" id="{93BBED08-18BF-C258-AF22-64A9A963F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113430"/>
            <a:ext cx="0" cy="12964848"/>
            <a:chOff x="480000" y="-360000"/>
            <a:chExt cx="0" cy="12964848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72872BA-20CD-2C9D-18F9-6D4B62E50E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1E9BC4-9A6F-11B1-5A26-FF6E9D2ADA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marker">
            <a:extLst>
              <a:ext uri="{FF2B5EF4-FFF2-40B4-BE49-F238E27FC236}">
                <a16:creationId xmlns:a16="http://schemas.microsoft.com/office/drawing/2014/main" id="{C5B4F1BD-810B-1D71-6854-CA7F65205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602123" y="-360000"/>
            <a:ext cx="0" cy="7541766"/>
            <a:chOff x="480000" y="-360000"/>
            <a:chExt cx="0" cy="754176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49E8F25-69D6-9F28-EF29-7F092EE80B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2955044-E652-1AD5-22A8-09936C530F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marker">
            <a:extLst>
              <a:ext uri="{FF2B5EF4-FFF2-40B4-BE49-F238E27FC236}">
                <a16:creationId xmlns:a16="http://schemas.microsoft.com/office/drawing/2014/main" id="{C1591975-DB8A-B59B-D66A-A8CA2DA34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376000"/>
            <a:ext cx="0" cy="12964848"/>
            <a:chOff x="480000" y="-360000"/>
            <a:chExt cx="0" cy="1296484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E38F1A5-D0DE-93C3-23D6-B49630C319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284A287-6F6D-E30A-B2F3-7CFB47B8E1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marker">
            <a:extLst>
              <a:ext uri="{FF2B5EF4-FFF2-40B4-BE49-F238E27FC236}">
                <a16:creationId xmlns:a16="http://schemas.microsoft.com/office/drawing/2014/main" id="{8B3B5E06-622B-F1E9-59C3-DC34DB5F8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889026"/>
            <a:ext cx="0" cy="12964848"/>
            <a:chOff x="480000" y="-360000"/>
            <a:chExt cx="0" cy="1296484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1DABBE1-215B-24E2-A1BC-C8BCE8514D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3A7C38D-D523-520B-0E27-DD1647A295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marker">
            <a:extLst>
              <a:ext uri="{FF2B5EF4-FFF2-40B4-BE49-F238E27FC236}">
                <a16:creationId xmlns:a16="http://schemas.microsoft.com/office/drawing/2014/main" id="{83BA06EB-0DCC-F6B4-4DDE-CE3F92035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12000"/>
            <a:ext cx="0" cy="12964848"/>
            <a:chOff x="480000" y="-360000"/>
            <a:chExt cx="0" cy="12964848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7057777-0156-4FAD-30ED-CAD8C162E0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268F664-4AF3-18CA-B5FC-BC67A4CA6C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marker">
            <a:extLst>
              <a:ext uri="{FF2B5EF4-FFF2-40B4-BE49-F238E27FC236}">
                <a16:creationId xmlns:a16="http://schemas.microsoft.com/office/drawing/2014/main" id="{C9F3702F-A6D9-15E4-ACD6-F3725B60A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536800"/>
            <a:ext cx="0" cy="12964848"/>
            <a:chOff x="480000" y="-360000"/>
            <a:chExt cx="0" cy="1296484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8F3289-9276-F14E-7062-8B9DCD5B2A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62D6323-F0CF-AE88-CC2C-F79B88807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marker">
            <a:extLst>
              <a:ext uri="{FF2B5EF4-FFF2-40B4-BE49-F238E27FC236}">
                <a16:creationId xmlns:a16="http://schemas.microsoft.com/office/drawing/2014/main" id="{8900A8DB-9117-ABD5-4653-DCAE4CE12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000" y="-360000"/>
            <a:ext cx="0" cy="7541766"/>
            <a:chOff x="480000" y="-360000"/>
            <a:chExt cx="0" cy="7541766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A1866B7-8C1B-D386-D14B-628E3FB3DF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A643D41-66D1-A47B-FB00-98B42A720D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CCB161D-16EC-3080-4068-C6E74EBE23F9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404CBA0-7EF9-331B-651D-88BB65919A60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3A6336-4271-9E91-2EF4-6EB9A74B180D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1572632-8D6A-CA17-0260-7C273A0F4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A7F36AD-7A6B-03AB-5E95-089E4DADF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0B6A5F9-E7B8-4EE4-F0BF-08D7F2E926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F85F025-3A56-070D-1A71-541CF60F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7DA8DE5-78C2-87FE-513C-CBB001ECE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23328FB-AD57-2141-0D14-107F6043E80F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3A10A31-0E71-1882-523B-39AE7F2A115D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BC8D303-5D0A-9F12-FC48-A4D06D6B0845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26F3B42-5857-49B9-8D61-EC4B653DB6EE}"/>
                </a:ext>
              </a:extLst>
            </p:cNvPr>
            <p:cNvCxnSpPr>
              <a:stCxn id="7" idx="0"/>
              <a:endCxn id="7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B79244D-0C5A-BAC1-2AAD-5DAE88959002}"/>
                </a:ext>
              </a:extLst>
            </p:cNvPr>
            <p:cNvCxnSpPr>
              <a:stCxn id="7" idx="3"/>
              <a:endCxn id="7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AF743CA-63EA-893D-DF2E-5F7305A8B202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0EFCD59-AD3E-A3DA-0877-D8B3C2E66558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18532719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urple">
    <p:bg bwMode="gray">
      <p:bgPr>
        <a:gradFill>
          <a:gsLst>
            <a:gs pos="25000">
              <a:srgbClr val="542C97"/>
            </a:gs>
            <a:gs pos="100000">
              <a:srgbClr val="000394"/>
            </a:gs>
          </a:gsLst>
          <a:lin ang="19836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592524-483A-768A-456B-71A2AD87B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740" y="1815783"/>
            <a:ext cx="7560000" cy="1495794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58EB324-251A-3D44-C735-0AC0242F7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740" y="3525838"/>
            <a:ext cx="7200000" cy="775597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6" name="!!logo">
            <a:extLst>
              <a:ext uri="{FF2B5EF4-FFF2-40B4-BE49-F238E27FC236}">
                <a16:creationId xmlns:a16="http://schemas.microsoft.com/office/drawing/2014/main" id="{B9910086-FF94-5390-D1D7-1190B35B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713" y="38102"/>
            <a:ext cx="4141785" cy="13536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4E2A3D-919D-9176-E7F1-C0227654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2367" y="2441049"/>
            <a:ext cx="4489634" cy="4416951"/>
          </a:xfrm>
          <a:prstGeom prst="rect">
            <a:avLst/>
          </a:prstGeom>
        </p:spPr>
      </p:pic>
      <p:grpSp>
        <p:nvGrpSpPr>
          <p:cNvPr id="3" name="marker">
            <a:extLst>
              <a:ext uri="{FF2B5EF4-FFF2-40B4-BE49-F238E27FC236}">
                <a16:creationId xmlns:a16="http://schemas.microsoft.com/office/drawing/2014/main" id="{BA847BE3-1E5C-4AED-FB17-ACA098B25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EBEBA7B-DE64-5284-CE82-C596AD29B9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213ED49-844F-37BA-E4D6-2793A46B66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marker">
            <a:extLst>
              <a:ext uri="{FF2B5EF4-FFF2-40B4-BE49-F238E27FC236}">
                <a16:creationId xmlns:a16="http://schemas.microsoft.com/office/drawing/2014/main" id="{9EF01BFB-A22A-196F-15EF-85BC4151F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63B2507-78AB-B5FD-81F9-E323D3C954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82C753-FC95-798B-26B8-86246519A0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marker">
            <a:extLst>
              <a:ext uri="{FF2B5EF4-FFF2-40B4-BE49-F238E27FC236}">
                <a16:creationId xmlns:a16="http://schemas.microsoft.com/office/drawing/2014/main" id="{96C1C44C-56AE-E621-AC9B-C372FC218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F7C1C4A-2CE0-4F88-E66F-EF1C9617C2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F92AC40-5E39-1BCF-43AB-DF72918B79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marker">
            <a:extLst>
              <a:ext uri="{FF2B5EF4-FFF2-40B4-BE49-F238E27FC236}">
                <a16:creationId xmlns:a16="http://schemas.microsoft.com/office/drawing/2014/main" id="{75723DE3-07C2-6C55-7306-913C4330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4666641"/>
            <a:ext cx="0" cy="12964848"/>
            <a:chOff x="480000" y="-360000"/>
            <a:chExt cx="0" cy="1296484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204D552-A6C0-FDE5-AF50-712C35B87B9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CE251B5-B8E5-558F-C7FE-91D39E09F1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marker">
            <a:extLst>
              <a:ext uri="{FF2B5EF4-FFF2-40B4-BE49-F238E27FC236}">
                <a16:creationId xmlns:a16="http://schemas.microsoft.com/office/drawing/2014/main" id="{1310EDE7-5581-0FBB-DCB3-97E4E3BEC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3170848"/>
            <a:ext cx="0" cy="12964848"/>
            <a:chOff x="480000" y="-360000"/>
            <a:chExt cx="0" cy="1296484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D66A680-EDC4-C140-355B-FB6CDE4D21B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1E0E2E-421C-7373-9107-B7ADEB9F54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marker">
            <a:extLst>
              <a:ext uri="{FF2B5EF4-FFF2-40B4-BE49-F238E27FC236}">
                <a16:creationId xmlns:a16="http://schemas.microsoft.com/office/drawing/2014/main" id="{A5632E8A-EC22-2271-F003-648942DFD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956586"/>
            <a:ext cx="0" cy="12964848"/>
            <a:chOff x="480000" y="-360000"/>
            <a:chExt cx="0" cy="1296484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81562DE-1774-E57A-48FD-E505EB6B4B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79367D-8727-69DF-D22C-D7C234C6BB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marker">
            <a:extLst>
              <a:ext uri="{FF2B5EF4-FFF2-40B4-BE49-F238E27FC236}">
                <a16:creationId xmlns:a16="http://schemas.microsoft.com/office/drawing/2014/main" id="{8881F303-AF2B-AA63-7C8C-1777BEA1F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12000"/>
            <a:ext cx="0" cy="12964848"/>
            <a:chOff x="480000" y="-360000"/>
            <a:chExt cx="0" cy="1296484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D4E1F47-4DD0-2A40-D3E3-3FD0877A69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7FCBE8-838E-DB0E-1899-A2566993781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marker">
            <a:extLst>
              <a:ext uri="{FF2B5EF4-FFF2-40B4-BE49-F238E27FC236}">
                <a16:creationId xmlns:a16="http://schemas.microsoft.com/office/drawing/2014/main" id="{69AC80CF-6BA0-2610-E259-5FA4F4F6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536800"/>
            <a:ext cx="0" cy="12964848"/>
            <a:chOff x="480000" y="-360000"/>
            <a:chExt cx="0" cy="1296484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F84ED83-14BE-89D8-B133-21089F10410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6AB427B-BDF0-4D77-3674-0C7935C21E9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3454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logo bar - Purple">
    <p:bg bwMode="gray">
      <p:bgPr>
        <a:gradFill>
          <a:gsLst>
            <a:gs pos="25000">
              <a:srgbClr val="542C97"/>
            </a:gs>
            <a:gs pos="100000">
              <a:srgbClr val="000394"/>
            </a:gs>
          </a:gsLst>
          <a:lin ang="19836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592524-483A-768A-456B-71A2AD87B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740" y="1815783"/>
            <a:ext cx="7560000" cy="1495794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58EB324-251A-3D44-C735-0AC0242F7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740" y="3525838"/>
            <a:ext cx="7200000" cy="775597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6" name="!!logo">
            <a:extLst>
              <a:ext uri="{FF2B5EF4-FFF2-40B4-BE49-F238E27FC236}">
                <a16:creationId xmlns:a16="http://schemas.microsoft.com/office/drawing/2014/main" id="{B9910086-FF94-5390-D1D7-1190B35B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713" y="38102"/>
            <a:ext cx="4141785" cy="1353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3D3742-F331-DEA7-C60D-1D28C292F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2367" y="2441049"/>
            <a:ext cx="4489634" cy="441695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F31EA49-EE72-CE70-15E0-B24F13BB3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672138"/>
            <a:ext cx="12192000" cy="954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marker">
            <a:extLst>
              <a:ext uri="{FF2B5EF4-FFF2-40B4-BE49-F238E27FC236}">
                <a16:creationId xmlns:a16="http://schemas.microsoft.com/office/drawing/2014/main" id="{1D13EC59-8BB5-38B3-847A-A5688A16B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32CA158-DCF5-DF02-2B3E-CE4AE1DA3F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5C4EA31-BF69-0F8C-52CF-A093C6A57B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marker">
            <a:extLst>
              <a:ext uri="{FF2B5EF4-FFF2-40B4-BE49-F238E27FC236}">
                <a16:creationId xmlns:a16="http://schemas.microsoft.com/office/drawing/2014/main" id="{7F03049F-B77F-D365-E0CA-98A10AE65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810285"/>
            <a:ext cx="0" cy="12964848"/>
            <a:chOff x="480000" y="-360000"/>
            <a:chExt cx="0" cy="1296484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F66A4C2-99DA-3674-5063-396DCB5B63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05DEC82-4885-990F-A492-328659EBEFA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marker">
            <a:extLst>
              <a:ext uri="{FF2B5EF4-FFF2-40B4-BE49-F238E27FC236}">
                <a16:creationId xmlns:a16="http://schemas.microsoft.com/office/drawing/2014/main" id="{B66DA46E-F4EE-E696-55C2-2123D1CAA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C45A6ED-B94E-9E57-F40C-29618D6193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2E03EFD-C075-950C-C33F-6D3C3EFAFCA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marker">
            <a:extLst>
              <a:ext uri="{FF2B5EF4-FFF2-40B4-BE49-F238E27FC236}">
                <a16:creationId xmlns:a16="http://schemas.microsoft.com/office/drawing/2014/main" id="{EAB47E9E-AE8A-82BA-9236-866BB55BD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42DCA4E-8F1C-0B9F-EF3B-DAF52DA86A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13FC367-08B2-23AA-1F19-0BF8FE58B9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marker">
            <a:extLst>
              <a:ext uri="{FF2B5EF4-FFF2-40B4-BE49-F238E27FC236}">
                <a16:creationId xmlns:a16="http://schemas.microsoft.com/office/drawing/2014/main" id="{5AD6051C-5999-5A94-9F90-96E83A40C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4666641"/>
            <a:ext cx="0" cy="12964848"/>
            <a:chOff x="480000" y="-360000"/>
            <a:chExt cx="0" cy="1296484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5057BD4-BA3A-8926-2FAC-EEF4FDB3C9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82F523D-8108-FFCC-8AC6-EDB0FBD99B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marker">
            <a:extLst>
              <a:ext uri="{FF2B5EF4-FFF2-40B4-BE49-F238E27FC236}">
                <a16:creationId xmlns:a16="http://schemas.microsoft.com/office/drawing/2014/main" id="{85B8BDB4-CFFF-A38D-D804-22968A49E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3170848"/>
            <a:ext cx="0" cy="12964848"/>
            <a:chOff x="480000" y="-360000"/>
            <a:chExt cx="0" cy="12964848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0C65D5B-DAFB-BA17-760B-E5EDD883EC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EC6572D-45DA-10B7-A646-F14EE1170B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marker">
            <a:extLst>
              <a:ext uri="{FF2B5EF4-FFF2-40B4-BE49-F238E27FC236}">
                <a16:creationId xmlns:a16="http://schemas.microsoft.com/office/drawing/2014/main" id="{E71D062C-44D7-3B03-9857-B9FEF56BE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12000"/>
            <a:ext cx="0" cy="12964848"/>
            <a:chOff x="480000" y="-360000"/>
            <a:chExt cx="0" cy="12964848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C3A4A40-EEBC-77C7-58FE-4E088C97DC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24C89B6-38CE-67A1-6ACE-A4A26CD305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marker">
            <a:extLst>
              <a:ext uri="{FF2B5EF4-FFF2-40B4-BE49-F238E27FC236}">
                <a16:creationId xmlns:a16="http://schemas.microsoft.com/office/drawing/2014/main" id="{F6187EE9-5E20-2A2F-62BB-D0BED1613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536800"/>
            <a:ext cx="0" cy="12964848"/>
            <a:chOff x="480000" y="-360000"/>
            <a:chExt cx="0" cy="12964848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FCD38B3-3F27-9EC0-A67D-671645AC5D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5B57CC0-A3BA-ACF0-E442-76580ADA91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4C03E5-A695-2ECF-9C9A-464D53590C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8850" y="5807138"/>
            <a:ext cx="10274298" cy="684000"/>
          </a:xfrm>
        </p:spPr>
        <p:txBody>
          <a:bodyPr anchor="ctr" anchorCtr="0"/>
          <a:lstStyle>
            <a:lvl1pPr algn="ctr">
              <a:defRPr sz="1400"/>
            </a:lvl1pPr>
          </a:lstStyle>
          <a:p>
            <a:pPr lvl="0"/>
            <a:r>
              <a:rPr lang="en-US"/>
              <a:t>[Product logo area]</a:t>
            </a:r>
            <a:endParaRPr lang="en-US" dirty="0"/>
          </a:p>
        </p:txBody>
      </p:sp>
      <p:grpSp>
        <p:nvGrpSpPr>
          <p:cNvPr id="15" name="marker">
            <a:extLst>
              <a:ext uri="{FF2B5EF4-FFF2-40B4-BE49-F238E27FC236}">
                <a16:creationId xmlns:a16="http://schemas.microsoft.com/office/drawing/2014/main" id="{B2C61823-17E0-A452-1FE5-C59F9F028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956586"/>
            <a:ext cx="0" cy="12964848"/>
            <a:chOff x="480000" y="-360000"/>
            <a:chExt cx="0" cy="1296484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D8F4B94-FE60-0BB4-589B-BBDF364EDA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FA2741C-DB1B-1645-6E0A-DFFBB7B522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3645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Violet">
    <p:bg bwMode="gray">
      <p:bgPr>
        <a:gradFill>
          <a:gsLst>
            <a:gs pos="1000">
              <a:srgbClr val="300281"/>
            </a:gs>
            <a:gs pos="100000">
              <a:srgbClr val="A8269A"/>
            </a:gs>
          </a:gsLst>
          <a:lin ang="19836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592524-483A-768A-456B-71A2AD87B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740" y="1815783"/>
            <a:ext cx="7560000" cy="1495794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58EB324-251A-3D44-C735-0AC0242F7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740" y="3525838"/>
            <a:ext cx="7200000" cy="775597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6" name="!!logo">
            <a:extLst>
              <a:ext uri="{FF2B5EF4-FFF2-40B4-BE49-F238E27FC236}">
                <a16:creationId xmlns:a16="http://schemas.microsoft.com/office/drawing/2014/main" id="{B9910086-FF94-5390-D1D7-1190B35B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713" y="38102"/>
            <a:ext cx="4141785" cy="13536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2C0D02-14B3-CE58-601C-55A015358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2366" y="2441049"/>
            <a:ext cx="4489634" cy="4416951"/>
          </a:xfrm>
          <a:prstGeom prst="rect">
            <a:avLst/>
          </a:prstGeom>
        </p:spPr>
      </p:pic>
      <p:grpSp>
        <p:nvGrpSpPr>
          <p:cNvPr id="3" name="marker">
            <a:extLst>
              <a:ext uri="{FF2B5EF4-FFF2-40B4-BE49-F238E27FC236}">
                <a16:creationId xmlns:a16="http://schemas.microsoft.com/office/drawing/2014/main" id="{7BC8AC21-5279-F4A2-5FC5-7A1B97D5C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1F9C884-91F5-455F-FB2E-A8E236EBE5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FE4C0A-2DBB-C959-CB81-A08F55628E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marker">
            <a:extLst>
              <a:ext uri="{FF2B5EF4-FFF2-40B4-BE49-F238E27FC236}">
                <a16:creationId xmlns:a16="http://schemas.microsoft.com/office/drawing/2014/main" id="{867185EC-2682-D1A0-2965-B7E065E4F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16D7E6D-B509-7ACA-F756-B2252A86DD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CDA2612-633B-B65D-7F39-31F6771DA5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marker">
            <a:extLst>
              <a:ext uri="{FF2B5EF4-FFF2-40B4-BE49-F238E27FC236}">
                <a16:creationId xmlns:a16="http://schemas.microsoft.com/office/drawing/2014/main" id="{8EC63C4A-2712-80F1-EC65-538C3EFCB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E214D12-1C4B-9947-38EB-0BD03BA4327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2B0734B-F4D9-42F3-86DA-7C24A7E793A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marker">
            <a:extLst>
              <a:ext uri="{FF2B5EF4-FFF2-40B4-BE49-F238E27FC236}">
                <a16:creationId xmlns:a16="http://schemas.microsoft.com/office/drawing/2014/main" id="{A30DB440-625A-2DF4-CFA0-F13990702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4666641"/>
            <a:ext cx="0" cy="12964848"/>
            <a:chOff x="480000" y="-360000"/>
            <a:chExt cx="0" cy="1296484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806582-AEE0-2EB8-0905-D5229CAFC7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963BB99-F586-4920-87AF-1F61749B43C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marker">
            <a:extLst>
              <a:ext uri="{FF2B5EF4-FFF2-40B4-BE49-F238E27FC236}">
                <a16:creationId xmlns:a16="http://schemas.microsoft.com/office/drawing/2014/main" id="{8A3C88CF-875D-A0AB-3950-175B8338C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3170848"/>
            <a:ext cx="0" cy="12964848"/>
            <a:chOff x="480000" y="-360000"/>
            <a:chExt cx="0" cy="1296484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CC119FE-87D0-8FCA-E1C2-2C3E93B8D8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3590D57-11C4-9769-7BDC-57E10B6FC90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marker">
            <a:extLst>
              <a:ext uri="{FF2B5EF4-FFF2-40B4-BE49-F238E27FC236}">
                <a16:creationId xmlns:a16="http://schemas.microsoft.com/office/drawing/2014/main" id="{21902D93-B8A9-4BFE-3E0D-105F1FD02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956586"/>
            <a:ext cx="0" cy="12964848"/>
            <a:chOff x="480000" y="-360000"/>
            <a:chExt cx="0" cy="1296484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5DA538B-B921-05F5-F850-596EDB4310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D2949C0-4633-DC42-84C0-3F8C855368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marker">
            <a:extLst>
              <a:ext uri="{FF2B5EF4-FFF2-40B4-BE49-F238E27FC236}">
                <a16:creationId xmlns:a16="http://schemas.microsoft.com/office/drawing/2014/main" id="{A269A47D-88BA-30FB-D95F-6E5D3AE7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12000"/>
            <a:ext cx="0" cy="12964848"/>
            <a:chOff x="480000" y="-360000"/>
            <a:chExt cx="0" cy="1296484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8EEF775-406E-1E23-4B49-3862C6E864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F37F65B-FD62-DAE6-EDA0-83B364E66AB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marker">
            <a:extLst>
              <a:ext uri="{FF2B5EF4-FFF2-40B4-BE49-F238E27FC236}">
                <a16:creationId xmlns:a16="http://schemas.microsoft.com/office/drawing/2014/main" id="{E3E4DFB1-DB99-1A02-1CF2-2F486C33A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536800"/>
            <a:ext cx="0" cy="12964848"/>
            <a:chOff x="480000" y="-360000"/>
            <a:chExt cx="0" cy="1296484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FCF67FA-2FF6-F780-B815-EE1506C384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202227F-17BA-0D55-F1B8-CAC38988345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603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logo bar - Violet">
    <p:bg bwMode="gray">
      <p:bgPr>
        <a:gradFill>
          <a:gsLst>
            <a:gs pos="1000">
              <a:srgbClr val="300281"/>
            </a:gs>
            <a:gs pos="100000">
              <a:srgbClr val="A8269A"/>
            </a:gs>
          </a:gsLst>
          <a:lin ang="19836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592524-483A-768A-456B-71A2AD87B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740" y="1815783"/>
            <a:ext cx="7560000" cy="1495794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58EB324-251A-3D44-C735-0AC0242F7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740" y="3525838"/>
            <a:ext cx="7200000" cy="775597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6" name="!!logo">
            <a:extLst>
              <a:ext uri="{FF2B5EF4-FFF2-40B4-BE49-F238E27FC236}">
                <a16:creationId xmlns:a16="http://schemas.microsoft.com/office/drawing/2014/main" id="{B9910086-FF94-5390-D1D7-1190B35B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713" y="38102"/>
            <a:ext cx="4141785" cy="1353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D96984-96DF-7D87-243C-EFCB8C376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2366" y="2441049"/>
            <a:ext cx="4489634" cy="441695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F31EA49-EE72-CE70-15E0-B24F13BB3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672139"/>
            <a:ext cx="12192000" cy="954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marker">
            <a:extLst>
              <a:ext uri="{FF2B5EF4-FFF2-40B4-BE49-F238E27FC236}">
                <a16:creationId xmlns:a16="http://schemas.microsoft.com/office/drawing/2014/main" id="{FC3F4E5E-4A2C-6001-F649-DEF551340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BE4861E-BC5C-6D1E-70FF-8A6962DBD7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8287A3F-9712-C9BC-9F61-166D2D4792A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marker">
            <a:extLst>
              <a:ext uri="{FF2B5EF4-FFF2-40B4-BE49-F238E27FC236}">
                <a16:creationId xmlns:a16="http://schemas.microsoft.com/office/drawing/2014/main" id="{838C1901-3CD3-A9C0-947E-3D4F5209C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810285"/>
            <a:ext cx="0" cy="12964848"/>
            <a:chOff x="480000" y="-360000"/>
            <a:chExt cx="0" cy="1296484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DE26683-CDD1-A0FE-131F-1A522A8D09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675B076-FE94-B1C5-1134-70342C3A0F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marker">
            <a:extLst>
              <a:ext uri="{FF2B5EF4-FFF2-40B4-BE49-F238E27FC236}">
                <a16:creationId xmlns:a16="http://schemas.microsoft.com/office/drawing/2014/main" id="{87BBE6AD-5E23-3EB2-DEA2-3327E731C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3677160-37DD-72EA-47AD-8E08572017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9B7E283-4264-004D-1066-42DF63BB25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marker">
            <a:extLst>
              <a:ext uri="{FF2B5EF4-FFF2-40B4-BE49-F238E27FC236}">
                <a16:creationId xmlns:a16="http://schemas.microsoft.com/office/drawing/2014/main" id="{7FD90BA4-D7F9-09DD-9AEA-07195DD5F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A1A3914-6A35-A8E0-7B60-A041FDA81DB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33A22EC-B6D5-FFB3-6567-5B1CE7C56D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marker">
            <a:extLst>
              <a:ext uri="{FF2B5EF4-FFF2-40B4-BE49-F238E27FC236}">
                <a16:creationId xmlns:a16="http://schemas.microsoft.com/office/drawing/2014/main" id="{505A356D-43D7-59E4-E4A7-DBC083881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4666641"/>
            <a:ext cx="0" cy="12964848"/>
            <a:chOff x="480000" y="-360000"/>
            <a:chExt cx="0" cy="1296484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DFC4056-D93D-DCAE-0B23-1039E86F5B4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A4ACA1D-5496-DE8B-F320-E89E542045B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marker">
            <a:extLst>
              <a:ext uri="{FF2B5EF4-FFF2-40B4-BE49-F238E27FC236}">
                <a16:creationId xmlns:a16="http://schemas.microsoft.com/office/drawing/2014/main" id="{1E8689E1-96A8-FE87-6221-57E3CC6B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3170848"/>
            <a:ext cx="0" cy="12964848"/>
            <a:chOff x="480000" y="-360000"/>
            <a:chExt cx="0" cy="12964848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28463DB-E3F7-EFFD-55B6-B1FAE621375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415E5FB-03B5-B2A2-36AC-4FE384E0524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marker">
            <a:extLst>
              <a:ext uri="{FF2B5EF4-FFF2-40B4-BE49-F238E27FC236}">
                <a16:creationId xmlns:a16="http://schemas.microsoft.com/office/drawing/2014/main" id="{E3122D81-AF63-FE6C-A576-081EC7EB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12000"/>
            <a:ext cx="0" cy="12964848"/>
            <a:chOff x="480000" y="-360000"/>
            <a:chExt cx="0" cy="12964848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0363165-13AA-FB91-E28A-D48682005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B379EBC-FB83-E21B-E267-62FF5CA44E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marker">
            <a:extLst>
              <a:ext uri="{FF2B5EF4-FFF2-40B4-BE49-F238E27FC236}">
                <a16:creationId xmlns:a16="http://schemas.microsoft.com/office/drawing/2014/main" id="{717DCA17-E75C-0BEE-E0A5-9B37D73AE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536800"/>
            <a:ext cx="0" cy="12964848"/>
            <a:chOff x="480000" y="-360000"/>
            <a:chExt cx="0" cy="12964848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177A117-2F16-C2F1-310D-A85E0994EC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D9E8DFF-510E-C066-49F3-8333495E7E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8C3D32A-C934-F671-7CF8-673A909B9D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8850" y="5807138"/>
            <a:ext cx="10274298" cy="684000"/>
          </a:xfrm>
        </p:spPr>
        <p:txBody>
          <a:bodyPr anchor="ctr" anchorCtr="0"/>
          <a:lstStyle>
            <a:lvl1pPr algn="ctr">
              <a:defRPr sz="1400"/>
            </a:lvl1pPr>
          </a:lstStyle>
          <a:p>
            <a:pPr lvl="0"/>
            <a:r>
              <a:rPr lang="en-US"/>
              <a:t>[Product logo area]</a:t>
            </a:r>
            <a:endParaRPr lang="en-US" dirty="0"/>
          </a:p>
        </p:txBody>
      </p:sp>
      <p:grpSp>
        <p:nvGrpSpPr>
          <p:cNvPr id="14" name="marker">
            <a:extLst>
              <a:ext uri="{FF2B5EF4-FFF2-40B4-BE49-F238E27FC236}">
                <a16:creationId xmlns:a16="http://schemas.microsoft.com/office/drawing/2014/main" id="{16604E89-5D9D-F770-E3B2-7085FA1FD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956586"/>
            <a:ext cx="0" cy="12964848"/>
            <a:chOff x="480000" y="-360000"/>
            <a:chExt cx="0" cy="1296484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1F2790-62B5-5B47-7E7C-BC14451DCB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88C26F5-6087-AB24-9FEC-2AC72FC085B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8275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peaker slide - Blue">
    <p:bg bwMode="gray">
      <p:bgPr>
        <a:gradFill>
          <a:gsLst>
            <a:gs pos="25000">
              <a:srgbClr val="005192"/>
            </a:gs>
            <a:gs pos="75000">
              <a:srgbClr val="008BC5"/>
            </a:gs>
          </a:gsLst>
          <a:lin ang="19848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9CE15D4-A252-5FE1-053D-3E560D10D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695575" cy="3200008"/>
          </a:xfrm>
          <a:prstGeom prst="rect">
            <a:avLst/>
          </a:prstGeom>
        </p:spPr>
      </p:pic>
      <p:pic>
        <p:nvPicPr>
          <p:cNvPr id="4" name="!!logo">
            <a:extLst>
              <a:ext uri="{FF2B5EF4-FFF2-40B4-BE49-F238E27FC236}">
                <a16:creationId xmlns:a16="http://schemas.microsoft.com/office/drawing/2014/main" id="{5D3998A2-FF01-BC9E-E0AD-E7B5B8897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9222" y="192769"/>
            <a:ext cx="2753846" cy="900000"/>
          </a:xfrm>
          <a:prstGeom prst="rect">
            <a:avLst/>
          </a:prstGeom>
        </p:spPr>
      </p:pic>
      <p:sp>
        <p:nvSpPr>
          <p:cNvPr id="75" name="Picture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55821" y="1266824"/>
            <a:ext cx="3240000" cy="3240000"/>
          </a:xfrm>
          <a:solidFill>
            <a:srgbClr val="CBCBCB"/>
          </a:solidFill>
        </p:spPr>
        <p:txBody>
          <a:bodyPr lIns="0" tIns="216000" rIns="0"/>
          <a:lstStyle>
            <a:lvl1pPr algn="ctr"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photo speaker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55821" y="4762031"/>
            <a:ext cx="3240000" cy="1295869"/>
          </a:xfrm>
        </p:spPr>
        <p:txBody>
          <a:bodyPr bIns="7200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1pPr>
            <a:lvl2pPr marL="0" indent="0" algn="l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Speaker Name</a:t>
            </a:r>
          </a:p>
          <a:p>
            <a:pPr lvl="1"/>
            <a:r>
              <a:rPr lang="en-US"/>
              <a:t>Level 2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BEAEF0E-C61B-6CFA-8E8C-B41E559F5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488372" y="1266824"/>
            <a:ext cx="3240000" cy="3240000"/>
          </a:xfrm>
          <a:solidFill>
            <a:srgbClr val="CBCBCB"/>
          </a:solidFill>
        </p:spPr>
        <p:txBody>
          <a:bodyPr lIns="0" tIns="216000" rIns="0"/>
          <a:lstStyle>
            <a:lvl1pPr algn="ctr"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photo speaker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89E82C7-FD2F-BA78-6687-3408CC4103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488372" y="4762031"/>
            <a:ext cx="3240000" cy="1295869"/>
          </a:xfrm>
        </p:spPr>
        <p:txBody>
          <a:bodyPr bIns="7200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1pPr>
            <a:lvl2pPr marL="0" indent="0" algn="l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Speaker Name</a:t>
            </a:r>
          </a:p>
          <a:p>
            <a:pPr lvl="1"/>
            <a:r>
              <a:rPr lang="en-US"/>
              <a:t>Level 2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5952E43-45A7-D728-878C-874BA9DFE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8020923" y="1266824"/>
            <a:ext cx="3240000" cy="3240000"/>
          </a:xfrm>
          <a:solidFill>
            <a:srgbClr val="CBCBCB"/>
          </a:solidFill>
        </p:spPr>
        <p:txBody>
          <a:bodyPr lIns="0" tIns="216000" rIns="0"/>
          <a:lstStyle>
            <a:lvl1pPr algn="ctr"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photo speaker</a:t>
            </a: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82D248E-F153-7703-62F5-7747DA08AF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8020923" y="4762031"/>
            <a:ext cx="3240000" cy="1295869"/>
          </a:xfrm>
        </p:spPr>
        <p:txBody>
          <a:bodyPr bIns="7200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1pPr>
            <a:lvl2pPr marL="0" indent="0" algn="l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Speaker Name</a:t>
            </a:r>
          </a:p>
          <a:p>
            <a:pPr lvl="1"/>
            <a:r>
              <a:rPr lang="en-US"/>
              <a:t>Level 2</a:t>
            </a:r>
            <a:endParaRPr lang="en-US" dirty="0"/>
          </a:p>
        </p:txBody>
      </p:sp>
      <p:grpSp>
        <p:nvGrpSpPr>
          <p:cNvPr id="2" name="marker">
            <a:extLst>
              <a:ext uri="{FF2B5EF4-FFF2-40B4-BE49-F238E27FC236}">
                <a16:creationId xmlns:a16="http://schemas.microsoft.com/office/drawing/2014/main" id="{C8E962B2-6045-06B0-4097-ABD8190F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FBD11C6-1EAA-8CCE-8AF1-C34FF25B62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DDEFF66-A6FF-F084-4AC9-91E49947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marker">
            <a:extLst>
              <a:ext uri="{FF2B5EF4-FFF2-40B4-BE49-F238E27FC236}">
                <a16:creationId xmlns:a16="http://schemas.microsoft.com/office/drawing/2014/main" id="{6C66A49E-76B6-7E80-B655-03BB8EEAB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1720393"/>
            <a:ext cx="0" cy="12964848"/>
            <a:chOff x="480000" y="-360000"/>
            <a:chExt cx="0" cy="1296484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BE5D736-48FA-1D51-482B-6592AE44044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01DE89C-4C5A-2CB4-76FD-040D1F0355B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marker">
            <a:extLst>
              <a:ext uri="{FF2B5EF4-FFF2-40B4-BE49-F238E27FC236}">
                <a16:creationId xmlns:a16="http://schemas.microsoft.com/office/drawing/2014/main" id="{CEF8E3B4-4FB7-A4B8-4663-F5B91491F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5EE52B0-7BE4-B7E7-DCC3-E162B8BE49E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ACFB251-7215-A217-67E7-49404A9E26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marker">
            <a:extLst>
              <a:ext uri="{FF2B5EF4-FFF2-40B4-BE49-F238E27FC236}">
                <a16:creationId xmlns:a16="http://schemas.microsoft.com/office/drawing/2014/main" id="{1C9D8BE4-E4C5-4C68-6E71-3418BA025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60579A-1F9E-7BB8-9655-A9F8A08DA6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A968D6D-F738-56D6-A169-908DF7B9F7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marker">
            <a:extLst>
              <a:ext uri="{FF2B5EF4-FFF2-40B4-BE49-F238E27FC236}">
                <a16:creationId xmlns:a16="http://schemas.microsoft.com/office/drawing/2014/main" id="{BEEDBB87-5185-AEE2-2C2B-D5838063F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215600"/>
            <a:ext cx="0" cy="12964848"/>
            <a:chOff x="480000" y="-360000"/>
            <a:chExt cx="0" cy="1296484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CE3C4A1-2525-4E4E-D746-D71B393295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6C596F9-ADAC-CAC7-4B7D-63D7F44158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marker">
            <a:extLst>
              <a:ext uri="{FF2B5EF4-FFF2-40B4-BE49-F238E27FC236}">
                <a16:creationId xmlns:a16="http://schemas.microsoft.com/office/drawing/2014/main" id="{C674D2A2-012B-9322-7CE3-8D388B8E1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1975601"/>
            <a:ext cx="0" cy="12964848"/>
            <a:chOff x="480000" y="-360000"/>
            <a:chExt cx="0" cy="1296484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CB5D113-4721-C8EA-E826-B64A941568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410F6D-E6D8-010A-1C28-276794D7F1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marker">
            <a:extLst>
              <a:ext uri="{FF2B5EF4-FFF2-40B4-BE49-F238E27FC236}">
                <a16:creationId xmlns:a16="http://schemas.microsoft.com/office/drawing/2014/main" id="{B3F64F64-F89F-AA4B-066D-3EA6AD44D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36138"/>
            <a:ext cx="0" cy="12964848"/>
            <a:chOff x="480000" y="-360000"/>
            <a:chExt cx="0" cy="12964848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DB63A22-BD56-F586-EA61-FDB5CBB84B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9EB2702-608A-8BB1-3FB9-696017F49F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marker">
            <a:extLst>
              <a:ext uri="{FF2B5EF4-FFF2-40B4-BE49-F238E27FC236}">
                <a16:creationId xmlns:a16="http://schemas.microsoft.com/office/drawing/2014/main" id="{BC545CDB-1AD9-D121-13A6-9922FAED5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688000"/>
            <a:ext cx="0" cy="12964848"/>
            <a:chOff x="480000" y="-360000"/>
            <a:chExt cx="0" cy="1296484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718A709-B05A-9A32-7AAC-AB65FF177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965652E-45DB-1FB7-B21C-6A81EC4ADD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3C52695-4B26-B054-F440-BBE531919585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1BEAD5B-263E-B387-5A2F-4A16FD2E1F2D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CFC4D11-EFF2-6EE1-8ECA-274BC8CD217B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545B7F7-F480-4272-6497-9DE8F4824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D5747F1-6EDD-80B6-4782-BB9AA02D2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FD7F026-A777-CD34-4A74-3D2ACF1DC9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101D57C-3871-4E6C-2637-CA795A87B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EA8EFE4-1F93-9D25-B507-7D511DAC3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0F96B2E-4DEE-21C5-E62A-A577A917947D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A565774-9CE2-F76B-0393-4AA59E72A046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EFFC0B4-89D9-8651-3CAC-497376BF051E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D128F23-4513-E838-BD44-D825116B5CD7}"/>
                </a:ext>
              </a:extLst>
            </p:cNvPr>
            <p:cNvCxnSpPr>
              <a:stCxn id="30" idx="0"/>
              <a:endCxn id="30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B95DB00-EC37-5782-2BA8-BF91F6F42741}"/>
                </a:ext>
              </a:extLst>
            </p:cNvPr>
            <p:cNvCxnSpPr>
              <a:stCxn id="30" idx="3"/>
              <a:endCxn id="30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35A7E38-21DE-7471-C28E-14ADDAE6970D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1D80BDA-2A90-3B8A-4D1F-8AB9D5F058E1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13475709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peaker slide - Purple">
    <p:bg bwMode="gray">
      <p:bgPr>
        <a:gradFill>
          <a:gsLst>
            <a:gs pos="25000">
              <a:srgbClr val="542C97"/>
            </a:gs>
            <a:gs pos="100000">
              <a:srgbClr val="000394"/>
            </a:gs>
          </a:gsLst>
          <a:lin ang="19836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E57E8B-6E91-165D-53BF-59C41D0E6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4829451" cy="3793929"/>
          </a:xfrm>
          <a:prstGeom prst="rect">
            <a:avLst/>
          </a:prstGeom>
        </p:spPr>
      </p:pic>
      <p:pic>
        <p:nvPicPr>
          <p:cNvPr id="4" name="!!logo">
            <a:extLst>
              <a:ext uri="{FF2B5EF4-FFF2-40B4-BE49-F238E27FC236}">
                <a16:creationId xmlns:a16="http://schemas.microsoft.com/office/drawing/2014/main" id="{5D3998A2-FF01-BC9E-E0AD-E7B5B8897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9222" y="192769"/>
            <a:ext cx="2753846" cy="900000"/>
          </a:xfrm>
          <a:prstGeom prst="rect">
            <a:avLst/>
          </a:prstGeom>
        </p:spPr>
      </p:pic>
      <p:sp>
        <p:nvSpPr>
          <p:cNvPr id="75" name="Picture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55821" y="1266824"/>
            <a:ext cx="3240000" cy="3240000"/>
          </a:xfrm>
          <a:solidFill>
            <a:srgbClr val="CBCBCB"/>
          </a:solidFill>
        </p:spPr>
        <p:txBody>
          <a:bodyPr lIns="0" tIns="216000" rIns="0"/>
          <a:lstStyle>
            <a:lvl1pPr algn="ctr"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photo speaker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55821" y="4762031"/>
            <a:ext cx="3240000" cy="1295869"/>
          </a:xfrm>
        </p:spPr>
        <p:txBody>
          <a:bodyPr bIns="7200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1pPr>
            <a:lvl2pPr marL="0" indent="0" algn="l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Speaker Name</a:t>
            </a:r>
          </a:p>
          <a:p>
            <a:pPr lvl="1"/>
            <a:r>
              <a:rPr lang="en-US"/>
              <a:t>Level 2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BEAEF0E-C61B-6CFA-8E8C-B41E559F5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488372" y="1266824"/>
            <a:ext cx="3240000" cy="3240000"/>
          </a:xfrm>
          <a:solidFill>
            <a:srgbClr val="CBCBCB"/>
          </a:solidFill>
        </p:spPr>
        <p:txBody>
          <a:bodyPr lIns="0" tIns="216000" rIns="0"/>
          <a:lstStyle>
            <a:lvl1pPr algn="ctr"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photo speaker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89E82C7-FD2F-BA78-6687-3408CC4103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488372" y="4762031"/>
            <a:ext cx="3240000" cy="1295869"/>
          </a:xfrm>
        </p:spPr>
        <p:txBody>
          <a:bodyPr bIns="7200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1pPr>
            <a:lvl2pPr marL="0" indent="0" algn="l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Speaker Name</a:t>
            </a:r>
          </a:p>
          <a:p>
            <a:pPr lvl="1"/>
            <a:r>
              <a:rPr lang="en-US"/>
              <a:t>Level 2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5952E43-45A7-D728-878C-874BA9DFE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8020923" y="1266824"/>
            <a:ext cx="3240000" cy="3240000"/>
          </a:xfrm>
          <a:solidFill>
            <a:srgbClr val="CBCBCB"/>
          </a:solidFill>
        </p:spPr>
        <p:txBody>
          <a:bodyPr lIns="0" tIns="216000" rIns="0"/>
          <a:lstStyle>
            <a:lvl1pPr algn="ctr"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photo speaker</a:t>
            </a: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82D248E-F153-7703-62F5-7747DA08AF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8020923" y="4762031"/>
            <a:ext cx="3240000" cy="1295869"/>
          </a:xfrm>
        </p:spPr>
        <p:txBody>
          <a:bodyPr bIns="7200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1pPr>
            <a:lvl2pPr marL="0" indent="0" algn="l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Speaker Name</a:t>
            </a:r>
          </a:p>
          <a:p>
            <a:pPr lvl="1"/>
            <a:r>
              <a:rPr lang="en-US"/>
              <a:t>Level 2</a:t>
            </a:r>
            <a:endParaRPr lang="en-US" dirty="0"/>
          </a:p>
        </p:txBody>
      </p:sp>
      <p:grpSp>
        <p:nvGrpSpPr>
          <p:cNvPr id="27" name="marker">
            <a:extLst>
              <a:ext uri="{FF2B5EF4-FFF2-40B4-BE49-F238E27FC236}">
                <a16:creationId xmlns:a16="http://schemas.microsoft.com/office/drawing/2014/main" id="{8FA7218E-B670-55F2-C72C-C8BD7DAC4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38789DC-7D3D-F24B-8FE4-E977C8B6D86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2F26357-F486-2885-39EC-0AD248B3CC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marker">
            <a:extLst>
              <a:ext uri="{FF2B5EF4-FFF2-40B4-BE49-F238E27FC236}">
                <a16:creationId xmlns:a16="http://schemas.microsoft.com/office/drawing/2014/main" id="{F3E83FA2-A6C5-2332-879E-A7A97C7FD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1720393"/>
            <a:ext cx="0" cy="12964848"/>
            <a:chOff x="480000" y="-360000"/>
            <a:chExt cx="0" cy="1296484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724D840-FFC4-C620-6941-BEFE67DF55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2C4B489-C2CE-CE5C-498E-CA7D0FAD3B9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marker">
            <a:extLst>
              <a:ext uri="{FF2B5EF4-FFF2-40B4-BE49-F238E27FC236}">
                <a16:creationId xmlns:a16="http://schemas.microsoft.com/office/drawing/2014/main" id="{EB814763-4844-929F-F3EB-7DDF46632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384135-973D-837A-3374-5723D7C406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0D80593-4915-87AF-F5F6-2D5C65CE85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marker">
            <a:extLst>
              <a:ext uri="{FF2B5EF4-FFF2-40B4-BE49-F238E27FC236}">
                <a16:creationId xmlns:a16="http://schemas.microsoft.com/office/drawing/2014/main" id="{6A58CC31-D3D7-22D6-400D-195F4E541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52482F9-10CC-3889-3F53-FC61F086E3B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428C9ED-BD7F-E0AC-0A91-7A573C2389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marker">
            <a:extLst>
              <a:ext uri="{FF2B5EF4-FFF2-40B4-BE49-F238E27FC236}">
                <a16:creationId xmlns:a16="http://schemas.microsoft.com/office/drawing/2014/main" id="{0201F01A-F767-B3F3-EEC2-B439E3997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215600"/>
            <a:ext cx="0" cy="12964848"/>
            <a:chOff x="480000" y="-360000"/>
            <a:chExt cx="0" cy="1296484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4BF44F0-889B-5432-09EC-F4615B3460F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73083EF-478A-B41C-084D-254A4CD5B0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marker">
            <a:extLst>
              <a:ext uri="{FF2B5EF4-FFF2-40B4-BE49-F238E27FC236}">
                <a16:creationId xmlns:a16="http://schemas.microsoft.com/office/drawing/2014/main" id="{78441B0B-E886-02A5-AC18-E7A593B77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1975601"/>
            <a:ext cx="0" cy="12964848"/>
            <a:chOff x="480000" y="-360000"/>
            <a:chExt cx="0" cy="12964848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CA93C73-F172-98E6-F57E-6D2C4E4426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D59CACA-2298-EDCA-F7E1-8C039652E6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marker">
            <a:extLst>
              <a:ext uri="{FF2B5EF4-FFF2-40B4-BE49-F238E27FC236}">
                <a16:creationId xmlns:a16="http://schemas.microsoft.com/office/drawing/2014/main" id="{BBF3D14D-BA0B-08F6-7018-0EB88994C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36138"/>
            <a:ext cx="0" cy="12964848"/>
            <a:chOff x="480000" y="-360000"/>
            <a:chExt cx="0" cy="12964848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D258F49-A4D7-9EAD-A33F-130F9C164CD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695AC86-D467-BFBE-D18C-CD61DEDD3D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marker">
            <a:extLst>
              <a:ext uri="{FF2B5EF4-FFF2-40B4-BE49-F238E27FC236}">
                <a16:creationId xmlns:a16="http://schemas.microsoft.com/office/drawing/2014/main" id="{73B8875C-1061-72F6-0D14-E269DB8A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688000"/>
            <a:ext cx="0" cy="12964848"/>
            <a:chOff x="480000" y="-360000"/>
            <a:chExt cx="0" cy="12964848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FBD2244-DE16-6FA1-AF45-5A7EDF3353B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836608D-1732-A61B-266A-FAF56F5D80E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5AF2958-92FD-BF9C-AD97-EFFFECC5A784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5722634-F064-19A1-621A-6C3D29A3DC32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AADAA3-0640-B3A8-DF43-04E47D9695AA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DB963B-E7A0-ED2D-1DFA-159E5244E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F20D578-AA8A-D470-9E7A-2C88B0689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E8075F5-8D26-B7AC-0CD9-F2C14925BA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512168C-E204-AB20-46E2-2E5486FB1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BC3CCE7-27E7-3E91-F1BD-5B0B8ADFF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7F0CE50-0044-61AA-1764-31EEE2EB7D75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2041D59-C886-508E-492B-202C78D4C191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FDE4220-8CDF-7EBC-FA27-BC975D074A0D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EA0CAFC-AE5D-A3FF-F7C8-9F46D3BA4109}"/>
                </a:ext>
              </a:extLst>
            </p:cNvPr>
            <p:cNvCxnSpPr>
              <a:stCxn id="12" idx="0"/>
              <a:endCxn id="12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1B54C69-DA5D-A2C3-390C-2CD64067F0FE}"/>
                </a:ext>
              </a:extLst>
            </p:cNvPr>
            <p:cNvCxnSpPr>
              <a:stCxn id="12" idx="3"/>
              <a:endCxn id="12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69C884C-12CB-5A1F-805B-593C387C0802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2A6E139-91C8-949B-7B02-6A30CA2441DC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269275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peaker slide - Violet">
    <p:bg bwMode="gray">
      <p:bgPr>
        <a:gradFill>
          <a:gsLst>
            <a:gs pos="1000">
              <a:srgbClr val="300281"/>
            </a:gs>
            <a:gs pos="100000">
              <a:srgbClr val="A8269A"/>
            </a:gs>
          </a:gsLst>
          <a:lin ang="19836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glass&#10;&#10;Description automatically generated with medium confidence">
            <a:extLst>
              <a:ext uri="{FF2B5EF4-FFF2-40B4-BE49-F238E27FC236}">
                <a16:creationId xmlns:a16="http://schemas.microsoft.com/office/drawing/2014/main" id="{F6467FD1-2C12-E7C8-5AED-9EE9856E88C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50101" y="0"/>
            <a:ext cx="5041900" cy="3634308"/>
          </a:xfrm>
          <a:prstGeom prst="rect">
            <a:avLst/>
          </a:prstGeom>
        </p:spPr>
      </p:pic>
      <p:pic>
        <p:nvPicPr>
          <p:cNvPr id="4" name="!!logo">
            <a:extLst>
              <a:ext uri="{FF2B5EF4-FFF2-40B4-BE49-F238E27FC236}">
                <a16:creationId xmlns:a16="http://schemas.microsoft.com/office/drawing/2014/main" id="{5D3998A2-FF01-BC9E-E0AD-E7B5B8897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9222" y="192769"/>
            <a:ext cx="2753846" cy="900000"/>
          </a:xfrm>
          <a:prstGeom prst="rect">
            <a:avLst/>
          </a:prstGeom>
        </p:spPr>
      </p:pic>
      <p:sp>
        <p:nvSpPr>
          <p:cNvPr id="75" name="Picture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55821" y="1266824"/>
            <a:ext cx="3240000" cy="3240000"/>
          </a:xfrm>
          <a:solidFill>
            <a:srgbClr val="CBCBCB"/>
          </a:solidFill>
        </p:spPr>
        <p:txBody>
          <a:bodyPr lIns="0" tIns="216000" rIns="0"/>
          <a:lstStyle>
            <a:lvl1pPr algn="ctr"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photo speaker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955821" y="4762031"/>
            <a:ext cx="3240000" cy="1295869"/>
          </a:xfrm>
        </p:spPr>
        <p:txBody>
          <a:bodyPr bIns="7200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1pPr>
            <a:lvl2pPr marL="0" indent="0" algn="l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Speaker Name</a:t>
            </a:r>
          </a:p>
          <a:p>
            <a:pPr lvl="1"/>
            <a:r>
              <a:rPr lang="en-US"/>
              <a:t>Level 2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BEAEF0E-C61B-6CFA-8E8C-B41E559F5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488372" y="1266824"/>
            <a:ext cx="3240000" cy="3240000"/>
          </a:xfrm>
          <a:solidFill>
            <a:srgbClr val="CBCBCB"/>
          </a:solidFill>
        </p:spPr>
        <p:txBody>
          <a:bodyPr lIns="0" tIns="216000" rIns="0"/>
          <a:lstStyle>
            <a:lvl1pPr algn="ctr"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photo speaker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89E82C7-FD2F-BA78-6687-3408CC4103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488372" y="4762031"/>
            <a:ext cx="3240000" cy="1295869"/>
          </a:xfrm>
        </p:spPr>
        <p:txBody>
          <a:bodyPr bIns="7200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1pPr>
            <a:lvl2pPr marL="0" indent="0" algn="l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Speaker Name</a:t>
            </a:r>
          </a:p>
          <a:p>
            <a:pPr lvl="1"/>
            <a:r>
              <a:rPr lang="en-US"/>
              <a:t>Level 2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5952E43-45A7-D728-878C-874BA9DFE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8020923" y="1266824"/>
            <a:ext cx="3240000" cy="3240000"/>
          </a:xfrm>
          <a:solidFill>
            <a:srgbClr val="CBCBCB"/>
          </a:solidFill>
        </p:spPr>
        <p:txBody>
          <a:bodyPr lIns="0" tIns="216000" rIns="0"/>
          <a:lstStyle>
            <a:lvl1pPr algn="ctr"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photo speaker</a:t>
            </a: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82D248E-F153-7703-62F5-7747DA08AF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8020923" y="4762031"/>
            <a:ext cx="3240000" cy="1295869"/>
          </a:xfrm>
        </p:spPr>
        <p:txBody>
          <a:bodyPr bIns="7200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defRPr sz="2400" b="1">
                <a:solidFill>
                  <a:schemeClr val="bg1"/>
                </a:solidFill>
              </a:defRPr>
            </a:lvl1pPr>
            <a:lvl2pPr marL="0" indent="0" algn="l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Speaker Name</a:t>
            </a:r>
          </a:p>
          <a:p>
            <a:pPr lvl="1"/>
            <a:r>
              <a:rPr lang="en-US"/>
              <a:t>Level 2</a:t>
            </a:r>
            <a:endParaRPr lang="en-US" dirty="0"/>
          </a:p>
        </p:txBody>
      </p:sp>
      <p:grpSp>
        <p:nvGrpSpPr>
          <p:cNvPr id="2" name="marker">
            <a:extLst>
              <a:ext uri="{FF2B5EF4-FFF2-40B4-BE49-F238E27FC236}">
                <a16:creationId xmlns:a16="http://schemas.microsoft.com/office/drawing/2014/main" id="{94CE9D2A-2B4B-D15C-E3D1-D1D73C0EA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D408E12-1D2C-F984-0F53-289C41CF7C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05E7080-57A3-ADE1-2F7D-46697C0616C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marker">
            <a:extLst>
              <a:ext uri="{FF2B5EF4-FFF2-40B4-BE49-F238E27FC236}">
                <a16:creationId xmlns:a16="http://schemas.microsoft.com/office/drawing/2014/main" id="{EEE33AF0-7337-809F-0EED-3AFB13359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1720393"/>
            <a:ext cx="0" cy="12964848"/>
            <a:chOff x="480000" y="-360000"/>
            <a:chExt cx="0" cy="1296484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AFA4C60-8CC0-45AB-C7CA-3304ABB0AE4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16B004-0F9C-3FEC-5F47-649E901450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marker">
            <a:extLst>
              <a:ext uri="{FF2B5EF4-FFF2-40B4-BE49-F238E27FC236}">
                <a16:creationId xmlns:a16="http://schemas.microsoft.com/office/drawing/2014/main" id="{C6F78D07-67CF-BB68-AC2C-38F122B27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F7BAF6A-1E9E-3D08-1A12-D14820C1A16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94A2B50-98BB-3F4A-6262-6CE5C68BE6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marker">
            <a:extLst>
              <a:ext uri="{FF2B5EF4-FFF2-40B4-BE49-F238E27FC236}">
                <a16:creationId xmlns:a16="http://schemas.microsoft.com/office/drawing/2014/main" id="{EA5A9B09-4D73-5888-E48B-E56383601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30AD2E6-7247-E47C-91DB-84D0584B31B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EBF2DD1-71AC-C73A-7486-36C812833C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marker">
            <a:extLst>
              <a:ext uri="{FF2B5EF4-FFF2-40B4-BE49-F238E27FC236}">
                <a16:creationId xmlns:a16="http://schemas.microsoft.com/office/drawing/2014/main" id="{798A382C-A5AD-26F6-3931-A11C08D7B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215600"/>
            <a:ext cx="0" cy="12964848"/>
            <a:chOff x="480000" y="-360000"/>
            <a:chExt cx="0" cy="1296484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528539D-D5D5-10D1-BD6B-2D25FC1C34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751536-45A5-DFC8-88F4-A759E227C9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marker">
            <a:extLst>
              <a:ext uri="{FF2B5EF4-FFF2-40B4-BE49-F238E27FC236}">
                <a16:creationId xmlns:a16="http://schemas.microsoft.com/office/drawing/2014/main" id="{78AE3B4B-FEC3-6A29-CEA4-CCB06EF71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1975601"/>
            <a:ext cx="0" cy="12964848"/>
            <a:chOff x="480000" y="-360000"/>
            <a:chExt cx="0" cy="1296484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7847C0E-34FE-9C3A-8F69-D5EDE4411B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3BC0D84-92DB-007F-1E54-0E97E040EE9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marker">
            <a:extLst>
              <a:ext uri="{FF2B5EF4-FFF2-40B4-BE49-F238E27FC236}">
                <a16:creationId xmlns:a16="http://schemas.microsoft.com/office/drawing/2014/main" id="{3FFCA797-8CA6-D0A2-17AA-60CD341B4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36138"/>
            <a:ext cx="0" cy="12964848"/>
            <a:chOff x="480000" y="-360000"/>
            <a:chExt cx="0" cy="12964848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05AB72B-59C1-9592-9B61-991F05EEF4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50CA254-6FB0-2E08-A202-42D4DAF206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marker">
            <a:extLst>
              <a:ext uri="{FF2B5EF4-FFF2-40B4-BE49-F238E27FC236}">
                <a16:creationId xmlns:a16="http://schemas.microsoft.com/office/drawing/2014/main" id="{26066152-CD44-3BC8-EBAD-9A75B2F4B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688000"/>
            <a:ext cx="0" cy="12964848"/>
            <a:chOff x="480000" y="-360000"/>
            <a:chExt cx="0" cy="1296484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65D8F45-AF51-4B97-6E70-13FA9AC233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DCDEB64-1F05-6638-6940-99480C2136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DE99AF1-BDBB-C87B-91D1-F8478F418044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9D25BDC-D7F1-7448-DB59-88A0AA19EB60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9CFFDE9-F1E9-1881-E05D-786F1E51A94C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185D0A9-94F8-3A43-0B26-49CB819D2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168A4D7-D705-230B-3A76-16C3639A6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C7E4FC2-8AC7-E71A-FFD3-A2AD3219D8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2AAF1C7-20EC-99DF-62ED-7132626D2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2832ADB-5F0B-0ADF-4E4F-50BC6E103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CED6521-DFD2-DF71-C6E2-E0BC19D6E6E2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58328E4-6D90-8D4F-DDF0-D9CEE307DF41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F398212-CAC7-3965-EDBB-51AFBE30D3B1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E27511E-1712-C947-5450-933FD3E03F5C}"/>
                </a:ext>
              </a:extLst>
            </p:cNvPr>
            <p:cNvCxnSpPr>
              <a:stCxn id="30" idx="0"/>
              <a:endCxn id="30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F3B95DA-192E-864C-2A37-47EA6D4BA117}"/>
                </a:ext>
              </a:extLst>
            </p:cNvPr>
            <p:cNvCxnSpPr>
              <a:stCxn id="30" idx="3"/>
              <a:endCxn id="30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CF96B3F-7AB5-CA9A-EC6D-837C4E9BBBB9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351F7CF-A2D4-7464-429C-D4E2D31E922E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17233750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lid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D6578-0F2A-A151-9249-5F2825E07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446285"/>
            <a:ext cx="11232000" cy="864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598330-E55F-12A6-D066-022BC82F4126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80000" y="1665288"/>
            <a:ext cx="5472000" cy="792000"/>
          </a:xfrm>
          <a:solidFill>
            <a:srgbClr val="F1F1F1"/>
          </a:solidFill>
        </p:spPr>
        <p:txBody>
          <a:bodyPr lIns="936000" tIns="72000" bIns="0" anchor="ctr" anchorCtr="0"/>
          <a:lstStyle>
            <a:lvl1pPr marL="0" indent="0">
              <a:lnSpc>
                <a:spcPct val="90000"/>
              </a:lnSpc>
              <a:spcBef>
                <a:spcPts val="300"/>
              </a:spcBef>
              <a:defRPr b="1"/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39" name="Picture Placeholder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9999" y="1665288"/>
            <a:ext cx="792000" cy="792000"/>
          </a:xfrm>
          <a:prstGeom prst="rect">
            <a:avLst/>
          </a:prstGeom>
          <a:solidFill>
            <a:srgbClr val="005192"/>
          </a:solidFill>
        </p:spPr>
        <p:txBody>
          <a:bodyPr wrap="square" anchor="ctr" anchorCtr="0">
            <a:noAutofit/>
          </a:bodyPr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en-US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1F8E10C4-082F-4754-0618-B1CDCB9C986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80000" y="2529614"/>
            <a:ext cx="5472000" cy="792000"/>
          </a:xfrm>
          <a:solidFill>
            <a:srgbClr val="F1F1F1"/>
          </a:solidFill>
        </p:spPr>
        <p:txBody>
          <a:bodyPr lIns="936000" tIns="72000" bIns="0" anchor="ctr" anchorCtr="0"/>
          <a:lstStyle>
            <a:lvl1pPr marL="0" indent="0">
              <a:lnSpc>
                <a:spcPct val="90000"/>
              </a:lnSpc>
              <a:spcBef>
                <a:spcPts val="300"/>
              </a:spcBef>
              <a:defRPr b="1"/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Picture Placeholder 38">
            <a:extLst>
              <a:ext uri="{FF2B5EF4-FFF2-40B4-BE49-F238E27FC236}">
                <a16:creationId xmlns:a16="http://schemas.microsoft.com/office/drawing/2014/main" id="{44645594-2A5E-FD13-9AFE-929B21753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479999" y="2529614"/>
            <a:ext cx="792000" cy="792000"/>
          </a:xfrm>
          <a:prstGeom prst="rect">
            <a:avLst/>
          </a:prstGeom>
          <a:solidFill>
            <a:srgbClr val="005192"/>
          </a:solidFill>
        </p:spPr>
        <p:txBody>
          <a:bodyPr wrap="square" anchor="ctr" anchorCtr="0">
            <a:noAutofit/>
          </a:bodyPr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406C620-D644-146C-5D54-FB534D817BF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80000" y="3393940"/>
            <a:ext cx="5472000" cy="792000"/>
          </a:xfrm>
          <a:solidFill>
            <a:srgbClr val="F1F1F1"/>
          </a:solidFill>
        </p:spPr>
        <p:txBody>
          <a:bodyPr lIns="936000" tIns="72000" bIns="0" anchor="ctr" anchorCtr="0"/>
          <a:lstStyle>
            <a:lvl1pPr marL="0" indent="0">
              <a:lnSpc>
                <a:spcPct val="90000"/>
              </a:lnSpc>
              <a:spcBef>
                <a:spcPts val="300"/>
              </a:spcBef>
              <a:defRPr b="1"/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10" name="Picture Placeholder 38">
            <a:extLst>
              <a:ext uri="{FF2B5EF4-FFF2-40B4-BE49-F238E27FC236}">
                <a16:creationId xmlns:a16="http://schemas.microsoft.com/office/drawing/2014/main" id="{59CADA1D-B56F-33C4-53FB-B71EA02D6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479999" y="3393940"/>
            <a:ext cx="792000" cy="792000"/>
          </a:xfrm>
          <a:prstGeom prst="rect">
            <a:avLst/>
          </a:prstGeom>
          <a:solidFill>
            <a:srgbClr val="005192"/>
          </a:solidFill>
        </p:spPr>
        <p:txBody>
          <a:bodyPr wrap="square" anchor="ctr" anchorCtr="0">
            <a:noAutofit/>
          </a:bodyPr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982BD096-A324-B546-EA01-BF2C7574F9BB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80000" y="4258266"/>
            <a:ext cx="5472000" cy="792000"/>
          </a:xfrm>
          <a:solidFill>
            <a:srgbClr val="F1F1F1"/>
          </a:solidFill>
        </p:spPr>
        <p:txBody>
          <a:bodyPr lIns="936000" tIns="72000" bIns="0" anchor="ctr" anchorCtr="0"/>
          <a:lstStyle>
            <a:lvl1pPr marL="0" indent="0">
              <a:lnSpc>
                <a:spcPct val="90000"/>
              </a:lnSpc>
              <a:spcBef>
                <a:spcPts val="300"/>
              </a:spcBef>
              <a:defRPr b="1"/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13" name="Picture Placeholder 38">
            <a:extLst>
              <a:ext uri="{FF2B5EF4-FFF2-40B4-BE49-F238E27FC236}">
                <a16:creationId xmlns:a16="http://schemas.microsoft.com/office/drawing/2014/main" id="{AD2B57D3-A6D9-A806-3396-290FE7751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479999" y="4258266"/>
            <a:ext cx="792000" cy="792000"/>
          </a:xfrm>
          <a:prstGeom prst="rect">
            <a:avLst/>
          </a:prstGeom>
          <a:solidFill>
            <a:srgbClr val="005192"/>
          </a:solidFill>
        </p:spPr>
        <p:txBody>
          <a:bodyPr wrap="square" anchor="ctr" anchorCtr="0">
            <a:noAutofit/>
          </a:bodyPr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en-US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5B07054E-4EE3-AB45-E03A-E587E26791FC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80000" y="5122592"/>
            <a:ext cx="5472000" cy="792000"/>
          </a:xfrm>
          <a:solidFill>
            <a:srgbClr val="F1F1F1"/>
          </a:solidFill>
        </p:spPr>
        <p:txBody>
          <a:bodyPr lIns="936000" tIns="72000" bIns="0" anchor="ctr" anchorCtr="0"/>
          <a:lstStyle>
            <a:lvl1pPr marL="0" indent="0">
              <a:lnSpc>
                <a:spcPct val="90000"/>
              </a:lnSpc>
              <a:spcBef>
                <a:spcPts val="300"/>
              </a:spcBef>
              <a:defRPr b="1"/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15" name="Picture Placeholder 38">
            <a:extLst>
              <a:ext uri="{FF2B5EF4-FFF2-40B4-BE49-F238E27FC236}">
                <a16:creationId xmlns:a16="http://schemas.microsoft.com/office/drawing/2014/main" id="{A0CB7C3B-7064-BB63-96C8-5AEDD54CB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79999" y="5122592"/>
            <a:ext cx="792000" cy="792000"/>
          </a:xfrm>
          <a:prstGeom prst="rect">
            <a:avLst/>
          </a:prstGeom>
          <a:solidFill>
            <a:srgbClr val="005192"/>
          </a:solidFill>
        </p:spPr>
        <p:txBody>
          <a:bodyPr wrap="square" anchor="ctr" anchorCtr="0">
            <a:noAutofit/>
          </a:bodyPr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en-US" dirty="0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CEC19ED-E133-C69F-5CA8-7168DAD072D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6240000" y="1665288"/>
            <a:ext cx="5472000" cy="792000"/>
          </a:xfrm>
          <a:solidFill>
            <a:srgbClr val="F1F1F1"/>
          </a:solidFill>
        </p:spPr>
        <p:txBody>
          <a:bodyPr lIns="936000" tIns="72000" bIns="0" anchor="ctr" anchorCtr="0"/>
          <a:lstStyle>
            <a:lvl1pPr marL="0" indent="0">
              <a:lnSpc>
                <a:spcPct val="90000"/>
              </a:lnSpc>
              <a:spcBef>
                <a:spcPts val="300"/>
              </a:spcBef>
              <a:defRPr b="1"/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17" name="Picture Placeholder 38">
            <a:extLst>
              <a:ext uri="{FF2B5EF4-FFF2-40B4-BE49-F238E27FC236}">
                <a16:creationId xmlns:a16="http://schemas.microsoft.com/office/drawing/2014/main" id="{47561C5E-061B-0F09-B183-3B972606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239999" y="1665288"/>
            <a:ext cx="792000" cy="792000"/>
          </a:xfrm>
          <a:prstGeom prst="rect">
            <a:avLst/>
          </a:prstGeom>
          <a:solidFill>
            <a:srgbClr val="005192"/>
          </a:solidFill>
        </p:spPr>
        <p:txBody>
          <a:bodyPr wrap="square" anchor="ctr" anchorCtr="0">
            <a:noAutofit/>
          </a:bodyPr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5FF3E959-7B9A-60FF-2F2F-E3BC42790631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6240000" y="2529614"/>
            <a:ext cx="5472000" cy="792000"/>
          </a:xfrm>
          <a:solidFill>
            <a:srgbClr val="F1F1F1"/>
          </a:solidFill>
        </p:spPr>
        <p:txBody>
          <a:bodyPr lIns="936000" tIns="72000" bIns="0" anchor="ctr" anchorCtr="0"/>
          <a:lstStyle>
            <a:lvl1pPr marL="0" indent="0">
              <a:lnSpc>
                <a:spcPct val="90000"/>
              </a:lnSpc>
              <a:spcBef>
                <a:spcPts val="300"/>
              </a:spcBef>
              <a:defRPr b="1"/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19" name="Picture Placeholder 38">
            <a:extLst>
              <a:ext uri="{FF2B5EF4-FFF2-40B4-BE49-F238E27FC236}">
                <a16:creationId xmlns:a16="http://schemas.microsoft.com/office/drawing/2014/main" id="{263D188D-95B3-3618-916E-00D18A021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6239999" y="2529614"/>
            <a:ext cx="792000" cy="792000"/>
          </a:xfrm>
          <a:prstGeom prst="rect">
            <a:avLst/>
          </a:prstGeom>
          <a:solidFill>
            <a:srgbClr val="005192"/>
          </a:solidFill>
        </p:spPr>
        <p:txBody>
          <a:bodyPr wrap="square" anchor="ctr" anchorCtr="0">
            <a:noAutofit/>
          </a:bodyPr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en-US" dirty="0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7D3510A-718B-C608-C324-5F926FA53549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240000" y="3393940"/>
            <a:ext cx="5472000" cy="792000"/>
          </a:xfrm>
          <a:solidFill>
            <a:srgbClr val="F1F1F1"/>
          </a:solidFill>
        </p:spPr>
        <p:txBody>
          <a:bodyPr lIns="936000" tIns="72000" bIns="0" anchor="ctr" anchorCtr="0"/>
          <a:lstStyle>
            <a:lvl1pPr marL="0" indent="0">
              <a:lnSpc>
                <a:spcPct val="90000"/>
              </a:lnSpc>
              <a:spcBef>
                <a:spcPts val="300"/>
              </a:spcBef>
              <a:defRPr b="1"/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21" name="Picture Placeholder 38">
            <a:extLst>
              <a:ext uri="{FF2B5EF4-FFF2-40B4-BE49-F238E27FC236}">
                <a16:creationId xmlns:a16="http://schemas.microsoft.com/office/drawing/2014/main" id="{1002221A-CB01-113A-A8A8-BEEA2DE65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6239999" y="3393940"/>
            <a:ext cx="792000" cy="792000"/>
          </a:xfrm>
          <a:prstGeom prst="rect">
            <a:avLst/>
          </a:prstGeom>
          <a:solidFill>
            <a:srgbClr val="005192"/>
          </a:solidFill>
        </p:spPr>
        <p:txBody>
          <a:bodyPr wrap="square" anchor="ctr" anchorCtr="0">
            <a:noAutofit/>
          </a:bodyPr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4A10E1B-5263-39EE-9DB3-583EDFE06821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6240000" y="4258266"/>
            <a:ext cx="5472000" cy="792000"/>
          </a:xfrm>
          <a:solidFill>
            <a:srgbClr val="F1F1F1"/>
          </a:solidFill>
        </p:spPr>
        <p:txBody>
          <a:bodyPr lIns="936000" tIns="72000" bIns="0" anchor="ctr" anchorCtr="0"/>
          <a:lstStyle>
            <a:lvl1pPr marL="0" indent="0">
              <a:lnSpc>
                <a:spcPct val="90000"/>
              </a:lnSpc>
              <a:spcBef>
                <a:spcPts val="300"/>
              </a:spcBef>
              <a:defRPr b="1"/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23" name="Picture Placeholder 38">
            <a:extLst>
              <a:ext uri="{FF2B5EF4-FFF2-40B4-BE49-F238E27FC236}">
                <a16:creationId xmlns:a16="http://schemas.microsoft.com/office/drawing/2014/main" id="{0EC7C367-1CD7-54FA-5F41-98169575B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 bwMode="gray">
          <a:xfrm>
            <a:off x="6239999" y="4258266"/>
            <a:ext cx="792000" cy="792000"/>
          </a:xfrm>
          <a:prstGeom prst="rect">
            <a:avLst/>
          </a:prstGeom>
          <a:solidFill>
            <a:srgbClr val="005192"/>
          </a:solidFill>
        </p:spPr>
        <p:txBody>
          <a:bodyPr wrap="square" anchor="ctr" anchorCtr="0">
            <a:noAutofit/>
          </a:bodyPr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A5F21EE3-B51D-2650-2BAA-864E92286210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6240000" y="5122592"/>
            <a:ext cx="5472000" cy="792000"/>
          </a:xfrm>
          <a:solidFill>
            <a:srgbClr val="F1F1F1"/>
          </a:solidFill>
        </p:spPr>
        <p:txBody>
          <a:bodyPr lIns="936000" tIns="72000" bIns="0" anchor="ctr" anchorCtr="0"/>
          <a:lstStyle>
            <a:lvl1pPr marL="0" indent="0">
              <a:lnSpc>
                <a:spcPct val="90000"/>
              </a:lnSpc>
              <a:spcBef>
                <a:spcPts val="300"/>
              </a:spcBef>
              <a:defRPr b="1"/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25" name="Picture Placeholder 38">
            <a:extLst>
              <a:ext uri="{FF2B5EF4-FFF2-40B4-BE49-F238E27FC236}">
                <a16:creationId xmlns:a16="http://schemas.microsoft.com/office/drawing/2014/main" id="{0A205B6A-4C1C-AE6B-1C31-CB1683F92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 bwMode="gray">
          <a:xfrm>
            <a:off x="6239999" y="5122592"/>
            <a:ext cx="792000" cy="792000"/>
          </a:xfrm>
          <a:prstGeom prst="rect">
            <a:avLst/>
          </a:prstGeom>
          <a:solidFill>
            <a:srgbClr val="005192"/>
          </a:solidFill>
        </p:spPr>
        <p:txBody>
          <a:bodyPr wrap="square" anchor="ctr" anchorCtr="0">
            <a:noAutofit/>
          </a:bodyPr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75A813-C982-9304-25E2-5DB143CEE8B6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/"/>
            </a:pPr>
            <a:r>
              <a:rPr lang="en-US"/>
              <a:t>Footer in Arial Regular 10 pt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59543C-3B0E-3C73-6094-287844726300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6" name="marker">
            <a:extLst>
              <a:ext uri="{FF2B5EF4-FFF2-40B4-BE49-F238E27FC236}">
                <a16:creationId xmlns:a16="http://schemas.microsoft.com/office/drawing/2014/main" id="{0C76E53F-A4DC-4531-D2FB-AB3FA6335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F93C2E3-9694-8424-257B-3E61D5E4607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B26BDE8-296C-B73C-52E3-1F822D6A1D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marker">
            <a:extLst>
              <a:ext uri="{FF2B5EF4-FFF2-40B4-BE49-F238E27FC236}">
                <a16:creationId xmlns:a16="http://schemas.microsoft.com/office/drawing/2014/main" id="{FC124512-63E8-5019-8854-BD5C9639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8524A02-0AB8-4023-2C6F-1EC6625E30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F634DCB-466D-485F-DC27-1A63A36F9FE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marker">
            <a:extLst>
              <a:ext uri="{FF2B5EF4-FFF2-40B4-BE49-F238E27FC236}">
                <a16:creationId xmlns:a16="http://schemas.microsoft.com/office/drawing/2014/main" id="{A414381D-648A-9A0E-5223-D58A139A7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952000" y="-360000"/>
            <a:ext cx="0" cy="7541766"/>
            <a:chOff x="480000" y="-360000"/>
            <a:chExt cx="0" cy="7541766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196E349-B2E0-18AF-B8A4-91C919B3EC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5DEE715-9D68-3E8C-6685-FBFDE5F6DC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marker">
            <a:extLst>
              <a:ext uri="{FF2B5EF4-FFF2-40B4-BE49-F238E27FC236}">
                <a16:creationId xmlns:a16="http://schemas.microsoft.com/office/drawing/2014/main" id="{DE4CE152-927F-5988-2906-1D480211B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240000" y="-360000"/>
            <a:ext cx="0" cy="7541766"/>
            <a:chOff x="480000" y="-360000"/>
            <a:chExt cx="0" cy="7541766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E7C8FF3-28A3-BF9A-17CB-C9EC89B56D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229818-5782-F85B-9135-E5285418119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51572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xed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027B3F6-9F23-49B5-156E-DE0FC635E2F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9922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27B3F6-9F23-49B5-156E-DE0FC635E2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BE74F813-D771-E0E7-4CB4-936524689DE2}"/>
              </a:ext>
            </a:extLst>
          </p:cNvPr>
          <p:cNvSpPr>
            <a:spLocks noGrp="1"/>
          </p:cNvSpPr>
          <p:nvPr>
            <p:ph type="subTitle" idx="21"/>
          </p:nvPr>
        </p:nvSpPr>
        <p:spPr>
          <a:xfrm>
            <a:off x="480000" y="887655"/>
            <a:ext cx="11232000" cy="379656"/>
          </a:xfrm>
        </p:spPr>
        <p:txBody>
          <a:bodyPr tIns="28800" bIns="18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519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3" name="Content Placeholder 3"/>
          <p:cNvSpPr>
            <a:spLocks noGrp="1"/>
          </p:cNvSpPr>
          <p:nvPr>
            <p:ph idx="1"/>
          </p:nvPr>
        </p:nvSpPr>
        <p:spPr bwMode="gray">
          <a:xfrm>
            <a:off x="480000" y="1665288"/>
            <a:ext cx="11232000" cy="43926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Source Placeholder 4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80575" y="6057900"/>
            <a:ext cx="11232000" cy="216000"/>
          </a:xfrm>
        </p:spPr>
        <p:txBody>
          <a:bodyPr wrap="square" tIns="36000" bIns="36000" anchor="b" anchorCtr="0">
            <a:spAutoFit/>
          </a:bodyPr>
          <a:lstStyle>
            <a:lvl1pPr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tabLst>
                <a:tab pos="241294" algn="l"/>
              </a:tabLst>
              <a:defRPr sz="1200" b="0">
                <a:solidFill>
                  <a:srgbClr val="0000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Click to edit Source text styles Arial Regular 10pt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C2076-0C7C-EDB8-7402-6AE9DEE58F6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4D9FEA0-4446-D5AD-C00F-F99EFDCC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446286"/>
            <a:ext cx="11232000" cy="44136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grpSp>
        <p:nvGrpSpPr>
          <p:cNvPr id="22" name="NFO">
            <a:extLst>
              <a:ext uri="{FF2B5EF4-FFF2-40B4-BE49-F238E27FC236}">
                <a16:creationId xmlns:a16="http://schemas.microsoft.com/office/drawing/2014/main" id="{D974D2E0-CB69-BC5A-A721-F2432B41A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233302" y="451048"/>
            <a:ext cx="2042076" cy="4026403"/>
            <a:chOff x="-1671638" y="188201"/>
            <a:chExt cx="1531557" cy="301980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263DD1-A0EF-FC77-E5AC-1697E5340616}"/>
                </a:ext>
              </a:extLst>
            </p:cNvPr>
            <p:cNvGrpSpPr/>
            <p:nvPr userDrawn="1"/>
          </p:nvGrpSpPr>
          <p:grpSpPr>
            <a:xfrm>
              <a:off x="-1671638" y="188201"/>
              <a:ext cx="1531557" cy="610705"/>
              <a:chOff x="-1671638" y="188201"/>
              <a:chExt cx="1531557" cy="610705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2789B3A-7325-71BB-5566-F765CCC118D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798906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24E14420-4904-0FA6-7D9C-E74E6BC43D20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188203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459DEF0-A2E1-1C2A-9F26-FDD063C4D60D}"/>
                  </a:ext>
                </a:extLst>
              </p:cNvPr>
              <p:cNvSpPr/>
              <p:nvPr userDrawn="1"/>
            </p:nvSpPr>
            <p:spPr bwMode="gray">
              <a:xfrm>
                <a:off x="-1671638" y="188201"/>
                <a:ext cx="1531557" cy="34659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Title area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8B3F911-339C-C3DA-2F3C-ED0D8D6D8BAD}"/>
                  </a:ext>
                </a:extLst>
              </p:cNvPr>
              <p:cNvCxnSpPr>
                <a:cxnSpLocks/>
              </p:cNvCxnSpPr>
              <p:nvPr userDrawn="1"/>
            </p:nvCxnSpPr>
            <p:spPr bwMode="gray">
              <a:xfrm>
                <a:off x="-1671638" y="534795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CB29F05-AAC7-1F7D-D980-AD41BF1C976A}"/>
                  </a:ext>
                </a:extLst>
              </p:cNvPr>
              <p:cNvSpPr/>
              <p:nvPr userDrawn="1"/>
            </p:nvSpPr>
            <p:spPr bwMode="gray">
              <a:xfrm>
                <a:off x="-1671638" y="539832"/>
                <a:ext cx="1531557" cy="25907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Subtitle area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A393F90-1CC5-CE3B-939B-F32C9F9209E1}"/>
                </a:ext>
              </a:extLst>
            </p:cNvPr>
            <p:cNvGrpSpPr/>
            <p:nvPr userDrawn="1"/>
          </p:nvGrpSpPr>
          <p:grpSpPr>
            <a:xfrm>
              <a:off x="-1671638" y="1405512"/>
              <a:ext cx="1531557" cy="1802493"/>
              <a:chOff x="-1671638" y="1405512"/>
              <a:chExt cx="1531557" cy="1802493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45AC197-81E5-203A-7733-496FC20BB4D9}"/>
                  </a:ext>
                </a:extLst>
              </p:cNvPr>
              <p:cNvSpPr/>
              <p:nvPr userDrawn="1"/>
            </p:nvSpPr>
            <p:spPr bwMode="gray">
              <a:xfrm>
                <a:off x="-1671638" y="1405512"/>
                <a:ext cx="1531557" cy="1802493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0" bIns="108000" rtlCol="0" anchor="b" anchorCtr="0">
                <a:noAutofit/>
              </a:bodyPr>
              <a:lstStyle/>
              <a:p>
                <a:pPr algn="l"/>
                <a:r>
                  <a:rPr lang="en-US" sz="1200" b="1" dirty="0">
                    <a:solidFill>
                      <a:schemeClr val="tx1"/>
                    </a:solidFill>
                  </a:rPr>
                  <a:t>AkzoNobel Bullets</a:t>
                </a:r>
              </a:p>
              <a:p>
                <a:pPr algn="l"/>
                <a:r>
                  <a:rPr lang="en-US" sz="1200" b="0" dirty="0">
                    <a:solidFill>
                      <a:schemeClr val="tx1"/>
                    </a:solidFill>
                  </a:rPr>
                  <a:t>Only use the </a:t>
                </a:r>
                <a:r>
                  <a:rPr lang="en-US" sz="1200" b="0" u="sng" dirty="0">
                    <a:solidFill>
                      <a:schemeClr val="tx1"/>
                    </a:solidFill>
                  </a:rPr>
                  <a:t>List Level buttons</a:t>
                </a:r>
                <a:r>
                  <a:rPr lang="en-US" sz="1200" b="0" dirty="0">
                    <a:solidFill>
                      <a:schemeClr val="tx1"/>
                    </a:solidFill>
                  </a:rPr>
                  <a:t> to apply the</a:t>
                </a:r>
                <a:r>
                  <a:rPr lang="en-US" sz="1200" b="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b="0" i="0" u="none" baseline="0" dirty="0">
                    <a:solidFill>
                      <a:schemeClr val="tx1"/>
                    </a:solidFill>
                  </a:rPr>
                  <a:t>AkzoNobel Branded Bullets</a:t>
                </a:r>
                <a:endParaRPr lang="en-US" sz="1200" b="0" i="0" u="non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15BCC74-AA69-30E5-9A8B-DB17C5C048BE}"/>
                  </a:ext>
                </a:extLst>
              </p:cNvPr>
              <p:cNvGrpSpPr/>
              <p:nvPr userDrawn="1"/>
            </p:nvGrpSpPr>
            <p:grpSpPr>
              <a:xfrm>
                <a:off x="-1573454" y="1531453"/>
                <a:ext cx="1335187" cy="795026"/>
                <a:chOff x="-1573454" y="1531453"/>
                <a:chExt cx="1335187" cy="795026"/>
              </a:xfrm>
            </p:grpSpPr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06FB8186-4A4C-0C9E-0167-C3D5D6A7B5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-1573454" y="1531453"/>
                  <a:ext cx="1335187" cy="795026"/>
                </a:xfrm>
                <a:custGeom>
                  <a:avLst/>
                  <a:gdLst>
                    <a:gd name="connsiteX0" fmla="*/ 0 w 2840306"/>
                    <a:gd name="connsiteY0" fmla="*/ 0 h 1691236"/>
                    <a:gd name="connsiteX1" fmla="*/ 2840306 w 2840306"/>
                    <a:gd name="connsiteY1" fmla="*/ 0 h 1691236"/>
                    <a:gd name="connsiteX2" fmla="*/ 2840306 w 2840306"/>
                    <a:gd name="connsiteY2" fmla="*/ 1691236 h 1691236"/>
                    <a:gd name="connsiteX3" fmla="*/ 0 w 2840306"/>
                    <a:gd name="connsiteY3" fmla="*/ 1691236 h 1691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40306" h="1691236">
                      <a:moveTo>
                        <a:pt x="0" y="0"/>
                      </a:moveTo>
                      <a:lnTo>
                        <a:pt x="2840306" y="0"/>
                      </a:lnTo>
                      <a:lnTo>
                        <a:pt x="2840306" y="1691236"/>
                      </a:lnTo>
                      <a:lnTo>
                        <a:pt x="0" y="1691236"/>
                      </a:lnTo>
                      <a:close/>
                    </a:path>
                  </a:pathLst>
                </a:custGeom>
              </p:spPr>
            </p:pic>
            <p:sp>
              <p:nvSpPr>
                <p:cNvPr id="29" name="Multiply 30">
                  <a:extLst>
                    <a:ext uri="{FF2B5EF4-FFF2-40B4-BE49-F238E27FC236}">
                      <a16:creationId xmlns:a16="http://schemas.microsoft.com/office/drawing/2014/main" id="{77794FF7-955A-232F-2149-DD92C2F91127}"/>
                    </a:ext>
                  </a:extLst>
                </p:cNvPr>
                <p:cNvSpPr/>
                <p:nvPr/>
              </p:nvSpPr>
              <p:spPr bwMode="gray">
                <a:xfrm>
                  <a:off x="-1571627" y="1551174"/>
                  <a:ext cx="245272" cy="245272"/>
                </a:xfrm>
                <a:prstGeom prst="mathMultiply">
                  <a:avLst>
                    <a:gd name="adj1" fmla="val 8315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l"/>
                  <a:endParaRPr lang="en-US" sz="3200" dirty="0" err="1"/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0C53901-5406-6427-DA3F-A2D431604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383226" y="451048"/>
            <a:ext cx="2042076" cy="814273"/>
            <a:chOff x="-1671638" y="188201"/>
            <a:chExt cx="1531557" cy="610705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987E1D0-2DB0-9DF4-C5D8-2289CBA061F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798906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452761FC-3E37-B0D1-F7D4-0679A5672DB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188203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D07D46A-4957-63C8-3B79-8FE7B1766EFA}"/>
                </a:ext>
              </a:extLst>
            </p:cNvPr>
            <p:cNvSpPr/>
            <p:nvPr userDrawn="1"/>
          </p:nvSpPr>
          <p:spPr bwMode="gray">
            <a:xfrm>
              <a:off x="-1671638" y="188201"/>
              <a:ext cx="1531557" cy="34659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Title area</a:t>
              </a: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8DA94FF-2DEE-A3EC-BE2B-D8581F3C70A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71638" y="534795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C8C23E4-C1FD-36E4-0B02-06949552A8FF}"/>
                </a:ext>
              </a:extLst>
            </p:cNvPr>
            <p:cNvSpPr/>
            <p:nvPr userDrawn="1"/>
          </p:nvSpPr>
          <p:spPr bwMode="gray">
            <a:xfrm>
              <a:off x="-1671638" y="539832"/>
              <a:ext cx="1531557" cy="25907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Subtitle area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902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Mixed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78C44EB-B418-9A90-980B-12E7EC6EFB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743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8C44EB-B418-9A90-980B-12E7EC6EFB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BC63CBC1-2C3E-DD5C-F4A0-466D82EF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446286"/>
            <a:ext cx="11232000" cy="44136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8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6240000" y="1665288"/>
            <a:ext cx="5472000" cy="439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7" name="Content Placeholder 4"/>
          <p:cNvSpPr>
            <a:spLocks noGrp="1"/>
          </p:cNvSpPr>
          <p:nvPr>
            <p:ph sz="quarter" idx="18"/>
          </p:nvPr>
        </p:nvSpPr>
        <p:spPr bwMode="gray">
          <a:xfrm>
            <a:off x="480000" y="1665288"/>
            <a:ext cx="5472000" cy="439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D2588A2-3130-299F-B1CB-0DA9A913E1AF}"/>
              </a:ext>
            </a:extLst>
          </p:cNvPr>
          <p:cNvSpPr>
            <a:spLocks noGrp="1"/>
          </p:cNvSpPr>
          <p:nvPr>
            <p:ph type="subTitle" idx="21"/>
          </p:nvPr>
        </p:nvSpPr>
        <p:spPr>
          <a:xfrm>
            <a:off x="480000" y="887655"/>
            <a:ext cx="11232000" cy="379656"/>
          </a:xfrm>
        </p:spPr>
        <p:txBody>
          <a:bodyPr tIns="28800" bIns="18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519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8" name="Source Placeholder 4">
            <a:extLst>
              <a:ext uri="{FF2B5EF4-FFF2-40B4-BE49-F238E27FC236}">
                <a16:creationId xmlns:a16="http://schemas.microsoft.com/office/drawing/2014/main" id="{C7C2555E-6489-B9A0-6487-446F75B5C4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80575" y="6057900"/>
            <a:ext cx="11232000" cy="216000"/>
          </a:xfrm>
        </p:spPr>
        <p:txBody>
          <a:bodyPr wrap="square" tIns="36000" bIns="36000" anchor="b" anchorCtr="0">
            <a:spAutoFit/>
          </a:bodyPr>
          <a:lstStyle>
            <a:lvl1pPr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tabLst>
                <a:tab pos="241294" algn="l"/>
              </a:tabLst>
              <a:defRPr sz="1200" b="0">
                <a:solidFill>
                  <a:srgbClr val="0000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Click to edit Source text styles Arial Regular 10pt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14D4275-6A74-AFE0-5CD4-7DC2ACE4785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0385" y="6534843"/>
            <a:ext cx="287616" cy="184666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A4D0104-F527-4835-6737-E1DDF6715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383226" y="451048"/>
            <a:ext cx="2042076" cy="814273"/>
            <a:chOff x="-1671638" y="188201"/>
            <a:chExt cx="1531557" cy="610705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19C8CF6-759B-AEAC-48A7-D48A3507D25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798906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6CFF11D-6507-DDC2-862A-ABF22714C5E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188203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334B26-5986-AA40-82E0-0C662376A306}"/>
                </a:ext>
              </a:extLst>
            </p:cNvPr>
            <p:cNvSpPr/>
            <p:nvPr userDrawn="1"/>
          </p:nvSpPr>
          <p:spPr bwMode="gray">
            <a:xfrm>
              <a:off x="-1671638" y="188201"/>
              <a:ext cx="1531557" cy="34659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Title area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08D6DCB-7C3E-5DDA-7F51-800B930C539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71638" y="534795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9F752CA-1D54-DB70-B3B0-84B659E70D04}"/>
                </a:ext>
              </a:extLst>
            </p:cNvPr>
            <p:cNvSpPr/>
            <p:nvPr userDrawn="1"/>
          </p:nvSpPr>
          <p:spPr bwMode="gray">
            <a:xfrm>
              <a:off x="-1671638" y="539832"/>
              <a:ext cx="1531557" cy="25907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Subtitle area</a:t>
              </a:r>
            </a:p>
          </p:txBody>
        </p:sp>
      </p:grpSp>
      <p:grpSp>
        <p:nvGrpSpPr>
          <p:cNvPr id="30" name="marker">
            <a:extLst>
              <a:ext uri="{FF2B5EF4-FFF2-40B4-BE49-F238E27FC236}">
                <a16:creationId xmlns:a16="http://schemas.microsoft.com/office/drawing/2014/main" id="{EADFFC4E-CFD5-ED7A-B0BE-42D4C55D7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952000" y="-360000"/>
            <a:ext cx="0" cy="7541766"/>
            <a:chOff x="480000" y="-360000"/>
            <a:chExt cx="0" cy="754176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BA272DB-D9DC-EEF1-59CC-EFBAA1A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A7109B-38E8-5BD9-69B8-2EA8134E9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marker">
            <a:extLst>
              <a:ext uri="{FF2B5EF4-FFF2-40B4-BE49-F238E27FC236}">
                <a16:creationId xmlns:a16="http://schemas.microsoft.com/office/drawing/2014/main" id="{67111060-C30B-B883-28BD-16C47DD7F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240000" y="-360000"/>
            <a:ext cx="0" cy="7541766"/>
            <a:chOff x="480000" y="-360000"/>
            <a:chExt cx="0" cy="7541766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6DD21A-8DFA-A8D0-8718-244A5A6743F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CFB99F5-63FE-6138-A92A-C571F19B81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NFO">
            <a:extLst>
              <a:ext uri="{FF2B5EF4-FFF2-40B4-BE49-F238E27FC236}">
                <a16:creationId xmlns:a16="http://schemas.microsoft.com/office/drawing/2014/main" id="{6B0F0507-6730-EBF0-3EF7-358E1F18E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233302" y="451048"/>
            <a:ext cx="2042076" cy="4026403"/>
            <a:chOff x="-1671638" y="188201"/>
            <a:chExt cx="1531557" cy="301980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FA6EDB6-E9F1-4422-9097-761C4985C67B}"/>
                </a:ext>
              </a:extLst>
            </p:cNvPr>
            <p:cNvGrpSpPr/>
            <p:nvPr userDrawn="1"/>
          </p:nvGrpSpPr>
          <p:grpSpPr>
            <a:xfrm>
              <a:off x="-1671638" y="188201"/>
              <a:ext cx="1531557" cy="610705"/>
              <a:chOff x="-1671638" y="188201"/>
              <a:chExt cx="1531557" cy="610705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B34A72F-7836-E0F3-0C7E-BE7A320F858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798906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60BB5B9-5CA4-5484-69CC-2B4A6291887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188203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443A6F9-C516-AD86-34F3-C0EADE71A75A}"/>
                  </a:ext>
                </a:extLst>
              </p:cNvPr>
              <p:cNvSpPr/>
              <p:nvPr userDrawn="1"/>
            </p:nvSpPr>
            <p:spPr bwMode="gray">
              <a:xfrm>
                <a:off x="-1671638" y="188201"/>
                <a:ext cx="1531557" cy="34659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Title area</a:t>
                </a:r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1E4171A-63D7-7B58-DF98-52C19C503BB6}"/>
                  </a:ext>
                </a:extLst>
              </p:cNvPr>
              <p:cNvCxnSpPr>
                <a:cxnSpLocks/>
              </p:cNvCxnSpPr>
              <p:nvPr userDrawn="1"/>
            </p:nvCxnSpPr>
            <p:spPr bwMode="gray">
              <a:xfrm>
                <a:off x="-1671638" y="534795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EE28077-9F9E-AA13-356B-8620C78777E0}"/>
                  </a:ext>
                </a:extLst>
              </p:cNvPr>
              <p:cNvSpPr/>
              <p:nvPr userDrawn="1"/>
            </p:nvSpPr>
            <p:spPr bwMode="gray">
              <a:xfrm>
                <a:off x="-1671638" y="539832"/>
                <a:ext cx="1531557" cy="25907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Subtitle area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6EA4002-884E-8ADB-5750-ED110F82BF53}"/>
                </a:ext>
              </a:extLst>
            </p:cNvPr>
            <p:cNvGrpSpPr/>
            <p:nvPr userDrawn="1"/>
          </p:nvGrpSpPr>
          <p:grpSpPr>
            <a:xfrm>
              <a:off x="-1671638" y="1405512"/>
              <a:ext cx="1531557" cy="1802493"/>
              <a:chOff x="-1671638" y="1405512"/>
              <a:chExt cx="1531557" cy="1802493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DEE04FA-936C-FA50-4B2B-B79947D5CE82}"/>
                  </a:ext>
                </a:extLst>
              </p:cNvPr>
              <p:cNvSpPr/>
              <p:nvPr userDrawn="1"/>
            </p:nvSpPr>
            <p:spPr bwMode="gray">
              <a:xfrm>
                <a:off x="-1671638" y="1405512"/>
                <a:ext cx="1531557" cy="1802493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0" bIns="108000" rtlCol="0" anchor="b" anchorCtr="0">
                <a:noAutofit/>
              </a:bodyPr>
              <a:lstStyle/>
              <a:p>
                <a:pPr algn="l"/>
                <a:r>
                  <a:rPr lang="en-US" sz="1200" b="1" dirty="0">
                    <a:solidFill>
                      <a:schemeClr val="tx1"/>
                    </a:solidFill>
                  </a:rPr>
                  <a:t>AkzoNobel Bullets</a:t>
                </a:r>
              </a:p>
              <a:p>
                <a:pPr algn="l"/>
                <a:r>
                  <a:rPr lang="en-US" sz="1200" b="0" dirty="0">
                    <a:solidFill>
                      <a:schemeClr val="tx1"/>
                    </a:solidFill>
                  </a:rPr>
                  <a:t>Only use the </a:t>
                </a:r>
                <a:r>
                  <a:rPr lang="en-US" sz="1200" b="0" u="sng" dirty="0">
                    <a:solidFill>
                      <a:schemeClr val="tx1"/>
                    </a:solidFill>
                  </a:rPr>
                  <a:t>List Level buttons</a:t>
                </a:r>
                <a:r>
                  <a:rPr lang="en-US" sz="1200" b="0" dirty="0">
                    <a:solidFill>
                      <a:schemeClr val="tx1"/>
                    </a:solidFill>
                  </a:rPr>
                  <a:t> to apply the</a:t>
                </a:r>
                <a:r>
                  <a:rPr lang="en-US" sz="1200" b="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b="0" i="0" u="none" baseline="0" dirty="0">
                    <a:solidFill>
                      <a:schemeClr val="tx1"/>
                    </a:solidFill>
                  </a:rPr>
                  <a:t>AkzoNobel Branded Bullets</a:t>
                </a:r>
                <a:endParaRPr lang="en-US" sz="1200" b="0" i="0" u="non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A72721B0-1F8B-C4AB-45A6-727FDCB035F4}"/>
                  </a:ext>
                </a:extLst>
              </p:cNvPr>
              <p:cNvGrpSpPr/>
              <p:nvPr userDrawn="1"/>
            </p:nvGrpSpPr>
            <p:grpSpPr>
              <a:xfrm>
                <a:off x="-1573454" y="1531453"/>
                <a:ext cx="1335187" cy="795026"/>
                <a:chOff x="-1573454" y="1531453"/>
                <a:chExt cx="1335187" cy="795026"/>
              </a:xfrm>
            </p:grpSpPr>
            <p:pic>
              <p:nvPicPr>
                <p:cNvPr id="39" name="Picture 38">
                  <a:extLst>
                    <a:ext uri="{FF2B5EF4-FFF2-40B4-BE49-F238E27FC236}">
                      <a16:creationId xmlns:a16="http://schemas.microsoft.com/office/drawing/2014/main" id="{3BE34E42-4142-889B-8F4F-876BE401E4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-1573454" y="1531453"/>
                  <a:ext cx="1335187" cy="795026"/>
                </a:xfrm>
                <a:custGeom>
                  <a:avLst/>
                  <a:gdLst>
                    <a:gd name="connsiteX0" fmla="*/ 0 w 2840306"/>
                    <a:gd name="connsiteY0" fmla="*/ 0 h 1691236"/>
                    <a:gd name="connsiteX1" fmla="*/ 2840306 w 2840306"/>
                    <a:gd name="connsiteY1" fmla="*/ 0 h 1691236"/>
                    <a:gd name="connsiteX2" fmla="*/ 2840306 w 2840306"/>
                    <a:gd name="connsiteY2" fmla="*/ 1691236 h 1691236"/>
                    <a:gd name="connsiteX3" fmla="*/ 0 w 2840306"/>
                    <a:gd name="connsiteY3" fmla="*/ 1691236 h 1691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40306" h="1691236">
                      <a:moveTo>
                        <a:pt x="0" y="0"/>
                      </a:moveTo>
                      <a:lnTo>
                        <a:pt x="2840306" y="0"/>
                      </a:lnTo>
                      <a:lnTo>
                        <a:pt x="2840306" y="1691236"/>
                      </a:lnTo>
                      <a:lnTo>
                        <a:pt x="0" y="1691236"/>
                      </a:lnTo>
                      <a:close/>
                    </a:path>
                  </a:pathLst>
                </a:custGeom>
              </p:spPr>
            </p:pic>
            <p:sp>
              <p:nvSpPr>
                <p:cNvPr id="40" name="Multiply 30">
                  <a:extLst>
                    <a:ext uri="{FF2B5EF4-FFF2-40B4-BE49-F238E27FC236}">
                      <a16:creationId xmlns:a16="http://schemas.microsoft.com/office/drawing/2014/main" id="{20A30F95-8EAD-A3FF-F5D8-3C56F7A7ED04}"/>
                    </a:ext>
                  </a:extLst>
                </p:cNvPr>
                <p:cNvSpPr/>
                <p:nvPr/>
              </p:nvSpPr>
              <p:spPr bwMode="gray">
                <a:xfrm>
                  <a:off x="-1571627" y="1551174"/>
                  <a:ext cx="245272" cy="245272"/>
                </a:xfrm>
                <a:prstGeom prst="mathMultiply">
                  <a:avLst>
                    <a:gd name="adj1" fmla="val 8315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l"/>
                  <a:endParaRPr lang="en-US" sz="3200" dirty="0" err="1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118713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Mixed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7F2F5F25-CA12-02AA-550C-AF3879FA9D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1032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2F5F25-CA12-02AA-550C-AF3879FA9D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69969535-0165-CAB3-F056-58F1CEDA8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446286"/>
            <a:ext cx="11232000" cy="44136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95B4F82-EE8E-3FC1-400B-135BA1838909}"/>
              </a:ext>
            </a:extLst>
          </p:cNvPr>
          <p:cNvSpPr>
            <a:spLocks noGrp="1"/>
          </p:cNvSpPr>
          <p:nvPr>
            <p:ph type="subTitle" idx="21"/>
          </p:nvPr>
        </p:nvSpPr>
        <p:spPr>
          <a:xfrm>
            <a:off x="480000" y="887655"/>
            <a:ext cx="11232000" cy="379656"/>
          </a:xfrm>
        </p:spPr>
        <p:txBody>
          <a:bodyPr tIns="28800" bIns="18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519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7" name="Content Placeholder 3"/>
          <p:cNvSpPr>
            <a:spLocks noGrp="1"/>
          </p:cNvSpPr>
          <p:nvPr>
            <p:ph sz="quarter" idx="18"/>
          </p:nvPr>
        </p:nvSpPr>
        <p:spPr bwMode="gray">
          <a:xfrm>
            <a:off x="479425" y="1665900"/>
            <a:ext cx="3546144" cy="439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9"/>
          </p:nvPr>
        </p:nvSpPr>
        <p:spPr bwMode="gray">
          <a:xfrm>
            <a:off x="4322785" y="1665900"/>
            <a:ext cx="3546000" cy="439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20"/>
          </p:nvPr>
        </p:nvSpPr>
        <p:spPr bwMode="gray">
          <a:xfrm>
            <a:off x="8166000" y="1665900"/>
            <a:ext cx="3546000" cy="439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2" name="Source Placeholder 4">
            <a:extLst>
              <a:ext uri="{FF2B5EF4-FFF2-40B4-BE49-F238E27FC236}">
                <a16:creationId xmlns:a16="http://schemas.microsoft.com/office/drawing/2014/main" id="{394E4825-518E-D5A8-DBE3-5BBA0355D0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80575" y="6057900"/>
            <a:ext cx="11232000" cy="216000"/>
          </a:xfrm>
        </p:spPr>
        <p:txBody>
          <a:bodyPr wrap="square" tIns="36000" bIns="36000" anchor="b" anchorCtr="0">
            <a:spAutoFit/>
          </a:bodyPr>
          <a:lstStyle>
            <a:lvl1pPr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tabLst>
                <a:tab pos="241294" algn="l"/>
              </a:tabLst>
              <a:defRPr sz="1200" b="0">
                <a:solidFill>
                  <a:srgbClr val="0000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Click to edit Source text styles Arial Regular 10pt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66FAE33-7A54-A89A-939F-13E2FD8BA80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8000" y="6534843"/>
            <a:ext cx="5688000" cy="184666"/>
          </a:xfrm>
        </p:spPr>
        <p:txBody>
          <a:bodyPr/>
          <a:lstStyle/>
          <a:p>
            <a:pPr>
              <a:buFont typeface="Arial" panose="020B0604020202020204" pitchFamily="34" charset="0"/>
              <a:buChar char="/"/>
            </a:pPr>
            <a:r>
              <a:rPr lang="en-US"/>
              <a:t>Footer in Arial Regular 10 pt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9CF50AEF-6C7C-7546-DEBC-8A56F272BFB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0385" y="6534843"/>
            <a:ext cx="287616" cy="184666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75A2D56-0B20-582F-7E3B-7EC6D9D9B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383226" y="451048"/>
            <a:ext cx="2042076" cy="814273"/>
            <a:chOff x="-1671638" y="188201"/>
            <a:chExt cx="1531557" cy="61070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05A55D0-8E0B-9752-629B-91697A9A76C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798906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2C1842A-ED4E-D571-A22B-5D94B87A83F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188203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8DD28C-53AF-06C9-794E-C71756868514}"/>
                </a:ext>
              </a:extLst>
            </p:cNvPr>
            <p:cNvSpPr/>
            <p:nvPr userDrawn="1"/>
          </p:nvSpPr>
          <p:spPr bwMode="gray">
            <a:xfrm>
              <a:off x="-1671638" y="188201"/>
              <a:ext cx="1531557" cy="34659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Title area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62342BD-7B14-7536-BEA3-5E829EE479E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71638" y="534795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02BFAEE-DE16-0674-0E2D-EFE80598B3F9}"/>
                </a:ext>
              </a:extLst>
            </p:cNvPr>
            <p:cNvSpPr/>
            <p:nvPr userDrawn="1"/>
          </p:nvSpPr>
          <p:spPr bwMode="gray">
            <a:xfrm>
              <a:off x="-1671638" y="539832"/>
              <a:ext cx="1531557" cy="25907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Subtitle area</a:t>
              </a:r>
            </a:p>
          </p:txBody>
        </p:sp>
      </p:grpSp>
      <p:grpSp>
        <p:nvGrpSpPr>
          <p:cNvPr id="29" name="marker">
            <a:extLst>
              <a:ext uri="{FF2B5EF4-FFF2-40B4-BE49-F238E27FC236}">
                <a16:creationId xmlns:a16="http://schemas.microsoft.com/office/drawing/2014/main" id="{47DE8779-EDC0-EF3A-BEED-B2A96E51F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25569" y="-360000"/>
            <a:ext cx="0" cy="7541766"/>
            <a:chOff x="480000" y="-360000"/>
            <a:chExt cx="0" cy="7541766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8A11EF2-AB23-D627-17FD-8441A06B67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2E4EC1F-24AB-9BB5-10AA-001E886184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marker">
            <a:extLst>
              <a:ext uri="{FF2B5EF4-FFF2-40B4-BE49-F238E27FC236}">
                <a16:creationId xmlns:a16="http://schemas.microsoft.com/office/drawing/2014/main" id="{87C00E37-2104-C991-BC59-E35BC3F76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13569" y="-360000"/>
            <a:ext cx="0" cy="7541766"/>
            <a:chOff x="480000" y="-360000"/>
            <a:chExt cx="0" cy="7541766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C93333E-A51A-57D9-419F-B787C03C385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FAB4121-26A5-4306-E8B7-7A64E72316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marker">
            <a:extLst>
              <a:ext uri="{FF2B5EF4-FFF2-40B4-BE49-F238E27FC236}">
                <a16:creationId xmlns:a16="http://schemas.microsoft.com/office/drawing/2014/main" id="{9DFE8AE3-962C-0971-73D0-6B352D116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877856" y="-360000"/>
            <a:ext cx="0" cy="7541766"/>
            <a:chOff x="480000" y="-360000"/>
            <a:chExt cx="0" cy="7541766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89EA73C-B2B4-7416-F410-41A91B030D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2FDE7F3-CFB4-3305-AE41-6BC8DFC2F9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marker">
            <a:extLst>
              <a:ext uri="{FF2B5EF4-FFF2-40B4-BE49-F238E27FC236}">
                <a16:creationId xmlns:a16="http://schemas.microsoft.com/office/drawing/2014/main" id="{43161933-1C08-EEA4-4D90-C00880F7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165856" y="-360000"/>
            <a:ext cx="0" cy="7541766"/>
            <a:chOff x="480000" y="-360000"/>
            <a:chExt cx="0" cy="7541766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F5B35B-5BEE-3722-CD23-F81CF536A6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A786D0C-42FA-6700-C79F-5F5A80AC6C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NFO">
            <a:extLst>
              <a:ext uri="{FF2B5EF4-FFF2-40B4-BE49-F238E27FC236}">
                <a16:creationId xmlns:a16="http://schemas.microsoft.com/office/drawing/2014/main" id="{09B140C4-CDC4-AB56-EEAF-74FC22B59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233302" y="451048"/>
            <a:ext cx="2042076" cy="4026403"/>
            <a:chOff x="-1671638" y="188201"/>
            <a:chExt cx="1531557" cy="3019804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3384FF-2CD4-41A5-B551-8E268EA9C9A0}"/>
                </a:ext>
              </a:extLst>
            </p:cNvPr>
            <p:cNvGrpSpPr/>
            <p:nvPr userDrawn="1"/>
          </p:nvGrpSpPr>
          <p:grpSpPr>
            <a:xfrm>
              <a:off x="-1671638" y="188201"/>
              <a:ext cx="1531557" cy="610705"/>
              <a:chOff x="-1671638" y="188201"/>
              <a:chExt cx="1531557" cy="610705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6D265DB-ACDA-2E10-C146-A3BC57BF3DEF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798906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789C359-0547-358F-6B40-D24750A05DAF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188203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4332A8F-E4B1-77CE-A78F-47B652052C33}"/>
                  </a:ext>
                </a:extLst>
              </p:cNvPr>
              <p:cNvSpPr/>
              <p:nvPr userDrawn="1"/>
            </p:nvSpPr>
            <p:spPr bwMode="gray">
              <a:xfrm>
                <a:off x="-1671638" y="188201"/>
                <a:ext cx="1531557" cy="34659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Title area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47A7D7BF-4E53-9D6D-193A-5F165FD97783}"/>
                  </a:ext>
                </a:extLst>
              </p:cNvPr>
              <p:cNvCxnSpPr>
                <a:cxnSpLocks/>
              </p:cNvCxnSpPr>
              <p:nvPr userDrawn="1"/>
            </p:nvCxnSpPr>
            <p:spPr bwMode="gray">
              <a:xfrm>
                <a:off x="-1671638" y="534795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FCD4750-D1FB-708E-80D2-530908C3D35D}"/>
                  </a:ext>
                </a:extLst>
              </p:cNvPr>
              <p:cNvSpPr/>
              <p:nvPr userDrawn="1"/>
            </p:nvSpPr>
            <p:spPr bwMode="gray">
              <a:xfrm>
                <a:off x="-1671638" y="539832"/>
                <a:ext cx="1531557" cy="25907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Subtitle area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B3C5C5E-D8E6-2B89-8B77-36DF6101F556}"/>
                </a:ext>
              </a:extLst>
            </p:cNvPr>
            <p:cNvGrpSpPr/>
            <p:nvPr userDrawn="1"/>
          </p:nvGrpSpPr>
          <p:grpSpPr>
            <a:xfrm>
              <a:off x="-1671638" y="1405512"/>
              <a:ext cx="1531557" cy="1802493"/>
              <a:chOff x="-1671638" y="1405512"/>
              <a:chExt cx="1531557" cy="180249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C2116D0-E603-C5FF-27BF-6CFA6A5F9D45}"/>
                  </a:ext>
                </a:extLst>
              </p:cNvPr>
              <p:cNvSpPr/>
              <p:nvPr userDrawn="1"/>
            </p:nvSpPr>
            <p:spPr bwMode="gray">
              <a:xfrm>
                <a:off x="-1671638" y="1405512"/>
                <a:ext cx="1531557" cy="1802493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0" bIns="108000" rtlCol="0" anchor="b" anchorCtr="0">
                <a:noAutofit/>
              </a:bodyPr>
              <a:lstStyle/>
              <a:p>
                <a:pPr algn="l"/>
                <a:r>
                  <a:rPr lang="en-US" sz="1200" b="1" dirty="0">
                    <a:solidFill>
                      <a:schemeClr val="tx1"/>
                    </a:solidFill>
                  </a:rPr>
                  <a:t>AkzoNobel Bullets</a:t>
                </a:r>
              </a:p>
              <a:p>
                <a:pPr algn="l"/>
                <a:r>
                  <a:rPr lang="en-US" sz="1200" b="0" dirty="0">
                    <a:solidFill>
                      <a:schemeClr val="tx1"/>
                    </a:solidFill>
                  </a:rPr>
                  <a:t>Only use the </a:t>
                </a:r>
                <a:r>
                  <a:rPr lang="en-US" sz="1200" b="0" u="sng" dirty="0">
                    <a:solidFill>
                      <a:schemeClr val="tx1"/>
                    </a:solidFill>
                  </a:rPr>
                  <a:t>List Level buttons</a:t>
                </a:r>
                <a:r>
                  <a:rPr lang="en-US" sz="1200" b="0" dirty="0">
                    <a:solidFill>
                      <a:schemeClr val="tx1"/>
                    </a:solidFill>
                  </a:rPr>
                  <a:t> to apply the</a:t>
                </a:r>
                <a:r>
                  <a:rPr lang="en-US" sz="1200" b="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b="0" i="0" u="none" baseline="0" dirty="0">
                    <a:solidFill>
                      <a:schemeClr val="tx1"/>
                    </a:solidFill>
                  </a:rPr>
                  <a:t>AkzoNobel Branded Bullets</a:t>
                </a:r>
                <a:endParaRPr lang="en-US" sz="1200" b="0" i="0" u="non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58F7351F-7C7D-0AFA-8BFD-C0AB6733CA6C}"/>
                  </a:ext>
                </a:extLst>
              </p:cNvPr>
              <p:cNvGrpSpPr/>
              <p:nvPr userDrawn="1"/>
            </p:nvGrpSpPr>
            <p:grpSpPr>
              <a:xfrm>
                <a:off x="-1573454" y="1531453"/>
                <a:ext cx="1335187" cy="795026"/>
                <a:chOff x="-1573454" y="1531453"/>
                <a:chExt cx="1335187" cy="795026"/>
              </a:xfrm>
            </p:grpSpPr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1D7536D7-354A-F26C-207E-43C2FAE17B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-1573454" y="1531453"/>
                  <a:ext cx="1335187" cy="795026"/>
                </a:xfrm>
                <a:custGeom>
                  <a:avLst/>
                  <a:gdLst>
                    <a:gd name="connsiteX0" fmla="*/ 0 w 2840306"/>
                    <a:gd name="connsiteY0" fmla="*/ 0 h 1691236"/>
                    <a:gd name="connsiteX1" fmla="*/ 2840306 w 2840306"/>
                    <a:gd name="connsiteY1" fmla="*/ 0 h 1691236"/>
                    <a:gd name="connsiteX2" fmla="*/ 2840306 w 2840306"/>
                    <a:gd name="connsiteY2" fmla="*/ 1691236 h 1691236"/>
                    <a:gd name="connsiteX3" fmla="*/ 0 w 2840306"/>
                    <a:gd name="connsiteY3" fmla="*/ 1691236 h 1691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40306" h="1691236">
                      <a:moveTo>
                        <a:pt x="0" y="0"/>
                      </a:moveTo>
                      <a:lnTo>
                        <a:pt x="2840306" y="0"/>
                      </a:lnTo>
                      <a:lnTo>
                        <a:pt x="2840306" y="1691236"/>
                      </a:lnTo>
                      <a:lnTo>
                        <a:pt x="0" y="1691236"/>
                      </a:lnTo>
                      <a:close/>
                    </a:path>
                  </a:pathLst>
                </a:custGeom>
              </p:spPr>
            </p:pic>
            <p:sp>
              <p:nvSpPr>
                <p:cNvPr id="47" name="Multiply 30">
                  <a:extLst>
                    <a:ext uri="{FF2B5EF4-FFF2-40B4-BE49-F238E27FC236}">
                      <a16:creationId xmlns:a16="http://schemas.microsoft.com/office/drawing/2014/main" id="{31FD7A35-A02C-8A5E-57DC-501C099A062D}"/>
                    </a:ext>
                  </a:extLst>
                </p:cNvPr>
                <p:cNvSpPr/>
                <p:nvPr/>
              </p:nvSpPr>
              <p:spPr bwMode="gray">
                <a:xfrm>
                  <a:off x="-1571627" y="1551174"/>
                  <a:ext cx="245272" cy="245272"/>
                </a:xfrm>
                <a:prstGeom prst="mathMultiply">
                  <a:avLst>
                    <a:gd name="adj1" fmla="val 8315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l"/>
                  <a:endParaRPr lang="en-US" sz="3200" dirty="0" err="1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97866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Mixed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FEAE866-68E2-7E28-969C-768834CC154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02764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EAE866-68E2-7E28-969C-768834CC15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3">
            <a:extLst>
              <a:ext uri="{FF2B5EF4-FFF2-40B4-BE49-F238E27FC236}">
                <a16:creationId xmlns:a16="http://schemas.microsoft.com/office/drawing/2014/main" id="{72A1A5B8-950C-B670-7472-1D91CD67F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446286"/>
            <a:ext cx="11232000" cy="44136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AB7B689-CD3F-1DA6-3A21-D0A0DF570EEA}"/>
              </a:ext>
            </a:extLst>
          </p:cNvPr>
          <p:cNvSpPr>
            <a:spLocks noGrp="1"/>
          </p:cNvSpPr>
          <p:nvPr>
            <p:ph type="subTitle" idx="22"/>
          </p:nvPr>
        </p:nvSpPr>
        <p:spPr>
          <a:xfrm>
            <a:off x="480000" y="887655"/>
            <a:ext cx="11232000" cy="379656"/>
          </a:xfrm>
        </p:spPr>
        <p:txBody>
          <a:bodyPr tIns="28800" bIns="18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519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7" name="Content Placeholder 3"/>
          <p:cNvSpPr>
            <a:spLocks noGrp="1"/>
          </p:cNvSpPr>
          <p:nvPr>
            <p:ph sz="quarter" idx="18"/>
          </p:nvPr>
        </p:nvSpPr>
        <p:spPr bwMode="gray">
          <a:xfrm>
            <a:off x="479424" y="1665288"/>
            <a:ext cx="2592000" cy="43926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9"/>
          </p:nvPr>
        </p:nvSpPr>
        <p:spPr bwMode="gray">
          <a:xfrm>
            <a:off x="3359616" y="1665288"/>
            <a:ext cx="2592000" cy="43926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20"/>
          </p:nvPr>
        </p:nvSpPr>
        <p:spPr bwMode="gray">
          <a:xfrm>
            <a:off x="6239808" y="1665288"/>
            <a:ext cx="2592000" cy="43926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Content Placeholder 6"/>
          <p:cNvSpPr>
            <a:spLocks noGrp="1"/>
          </p:cNvSpPr>
          <p:nvPr>
            <p:ph sz="quarter" idx="21"/>
          </p:nvPr>
        </p:nvSpPr>
        <p:spPr bwMode="gray">
          <a:xfrm>
            <a:off x="9120000" y="1665288"/>
            <a:ext cx="2592000" cy="43926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Source Placeholder 4">
            <a:extLst>
              <a:ext uri="{FF2B5EF4-FFF2-40B4-BE49-F238E27FC236}">
                <a16:creationId xmlns:a16="http://schemas.microsoft.com/office/drawing/2014/main" id="{71202D19-8E24-79E2-6ACF-485B1B44F9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80575" y="6057900"/>
            <a:ext cx="11232000" cy="216000"/>
          </a:xfrm>
        </p:spPr>
        <p:txBody>
          <a:bodyPr wrap="square" tIns="36000" bIns="36000" anchor="b" anchorCtr="0">
            <a:spAutoFit/>
          </a:bodyPr>
          <a:lstStyle>
            <a:lvl1pPr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tabLst>
                <a:tab pos="241294" algn="l"/>
              </a:tabLst>
              <a:defRPr sz="1200" b="0">
                <a:solidFill>
                  <a:srgbClr val="0000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Click to edit Source text styles Arial Regular 10pt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2FC9BE5E-1645-416F-8856-27847B19EC0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408000" y="6534843"/>
            <a:ext cx="5688000" cy="184666"/>
          </a:xfrm>
        </p:spPr>
        <p:txBody>
          <a:bodyPr/>
          <a:lstStyle/>
          <a:p>
            <a:pPr>
              <a:buFont typeface="Arial" panose="020B0604020202020204" pitchFamily="34" charset="0"/>
              <a:buChar char="/"/>
            </a:pPr>
            <a:r>
              <a:rPr lang="en-US"/>
              <a:t>Footer in Arial Regular 10 pt</a:t>
            </a:r>
            <a:endParaRPr 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0A1E6C43-CD04-074C-C935-B3EBD6FED58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20385" y="6534843"/>
            <a:ext cx="287616" cy="184666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6B794B2-8CA4-57A6-798D-7EDE78F55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383226" y="451048"/>
            <a:ext cx="2042076" cy="814273"/>
            <a:chOff x="-1671638" y="188201"/>
            <a:chExt cx="1531557" cy="61070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D6EE60C-7270-5C61-A0B5-99F006D7592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798906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B1AEFB8-4853-4C89-5136-DC3516F28D9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188203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36F8514-F7BD-515A-CFB1-02147DE058E0}"/>
                </a:ext>
              </a:extLst>
            </p:cNvPr>
            <p:cNvSpPr/>
            <p:nvPr userDrawn="1"/>
          </p:nvSpPr>
          <p:spPr bwMode="gray">
            <a:xfrm>
              <a:off x="-1671638" y="188201"/>
              <a:ext cx="1531557" cy="34659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Title area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A408188-908C-E5B1-0899-3DE1C1D3DC1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71638" y="534795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B0AD43C-50F0-2F99-4914-6C39DD6C9D85}"/>
                </a:ext>
              </a:extLst>
            </p:cNvPr>
            <p:cNvSpPr/>
            <p:nvPr userDrawn="1"/>
          </p:nvSpPr>
          <p:spPr bwMode="gray">
            <a:xfrm>
              <a:off x="-1671638" y="539832"/>
              <a:ext cx="1531557" cy="25907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Subtitle area</a:t>
              </a:r>
            </a:p>
          </p:txBody>
        </p:sp>
      </p:grpSp>
      <p:grpSp>
        <p:nvGrpSpPr>
          <p:cNvPr id="30" name="marker">
            <a:extLst>
              <a:ext uri="{FF2B5EF4-FFF2-40B4-BE49-F238E27FC236}">
                <a16:creationId xmlns:a16="http://schemas.microsoft.com/office/drawing/2014/main" id="{8390B9E3-59A6-4D51-C1E5-E856543A5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71424" y="-360000"/>
            <a:ext cx="0" cy="7541766"/>
            <a:chOff x="480000" y="-360000"/>
            <a:chExt cx="0" cy="7541766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4AB754D-3B9D-68FC-4F75-EAC5362492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F28103-B12A-0A67-41D1-763CB256CC7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marker">
            <a:extLst>
              <a:ext uri="{FF2B5EF4-FFF2-40B4-BE49-F238E27FC236}">
                <a16:creationId xmlns:a16="http://schemas.microsoft.com/office/drawing/2014/main" id="{C96F7FE1-D508-C9B4-5C33-E7E628378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59616" y="-360000"/>
            <a:ext cx="0" cy="7541766"/>
            <a:chOff x="480000" y="-360000"/>
            <a:chExt cx="0" cy="754176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F7E0D1E-212A-3A68-A259-38C43C2811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831115-30B9-6310-80DA-420A09426C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marker">
            <a:extLst>
              <a:ext uri="{FF2B5EF4-FFF2-40B4-BE49-F238E27FC236}">
                <a16:creationId xmlns:a16="http://schemas.microsoft.com/office/drawing/2014/main" id="{F47D360D-E75F-687E-1712-76B59DF81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951616" y="-360000"/>
            <a:ext cx="0" cy="7541766"/>
            <a:chOff x="480000" y="-360000"/>
            <a:chExt cx="0" cy="7541766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B15208C-F747-EA35-63BF-EFB8814AFBB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7BE9632-C7CF-B091-9FD3-E7DCF4229F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marker">
            <a:extLst>
              <a:ext uri="{FF2B5EF4-FFF2-40B4-BE49-F238E27FC236}">
                <a16:creationId xmlns:a16="http://schemas.microsoft.com/office/drawing/2014/main" id="{9B896545-916E-5910-495B-22FCB240E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239808" y="-360000"/>
            <a:ext cx="0" cy="7541766"/>
            <a:chOff x="480000" y="-360000"/>
            <a:chExt cx="0" cy="754176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771A18E-1E27-0D70-3FA2-CF603BC1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956C7C6-999E-8F84-FD6E-616D78D90D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marker">
            <a:extLst>
              <a:ext uri="{FF2B5EF4-FFF2-40B4-BE49-F238E27FC236}">
                <a16:creationId xmlns:a16="http://schemas.microsoft.com/office/drawing/2014/main" id="{E5AF897C-6CDC-636F-D773-11F55BD7A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831808" y="-360000"/>
            <a:ext cx="0" cy="7541766"/>
            <a:chOff x="480000" y="-360000"/>
            <a:chExt cx="0" cy="7541766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BA6070F-B9B5-2175-0538-6816F5CE8F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22DACA6-1D72-3ADE-38FC-1EBD4C87D7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marker">
            <a:extLst>
              <a:ext uri="{FF2B5EF4-FFF2-40B4-BE49-F238E27FC236}">
                <a16:creationId xmlns:a16="http://schemas.microsoft.com/office/drawing/2014/main" id="{BC448DB9-A0B7-AAE5-C6D4-3368A0913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20000" y="-360000"/>
            <a:ext cx="0" cy="7541766"/>
            <a:chOff x="480000" y="-360000"/>
            <a:chExt cx="0" cy="7541766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D3901F5-A693-1D1C-8B54-1AFED0BF23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4D4929D-C754-6440-48F6-C442745611B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NFO">
            <a:extLst>
              <a:ext uri="{FF2B5EF4-FFF2-40B4-BE49-F238E27FC236}">
                <a16:creationId xmlns:a16="http://schemas.microsoft.com/office/drawing/2014/main" id="{02D0AC23-3483-4E3E-BD12-09302D53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233302" y="451048"/>
            <a:ext cx="2042076" cy="4026403"/>
            <a:chOff x="-1671638" y="188201"/>
            <a:chExt cx="1531557" cy="3019804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67D72F3-B8A5-434F-8D37-6707C3BB6DB7}"/>
                </a:ext>
              </a:extLst>
            </p:cNvPr>
            <p:cNvGrpSpPr/>
            <p:nvPr userDrawn="1"/>
          </p:nvGrpSpPr>
          <p:grpSpPr>
            <a:xfrm>
              <a:off x="-1671638" y="188201"/>
              <a:ext cx="1531557" cy="610705"/>
              <a:chOff x="-1671638" y="188201"/>
              <a:chExt cx="1531557" cy="610705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806FF2C-9630-DD28-0E67-D4EFAF4B336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798906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ECB1E779-A127-C0DA-C2D2-6CBDD2F35721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188203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41E0E93-9921-5023-185D-D505AF5C8172}"/>
                  </a:ext>
                </a:extLst>
              </p:cNvPr>
              <p:cNvSpPr/>
              <p:nvPr userDrawn="1"/>
            </p:nvSpPr>
            <p:spPr bwMode="gray">
              <a:xfrm>
                <a:off x="-1671638" y="188201"/>
                <a:ext cx="1531557" cy="34659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Title area</a:t>
                </a: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87875B25-96AD-44B0-F1F7-C7ABA0EACD13}"/>
                  </a:ext>
                </a:extLst>
              </p:cNvPr>
              <p:cNvCxnSpPr>
                <a:cxnSpLocks/>
              </p:cNvCxnSpPr>
              <p:nvPr userDrawn="1"/>
            </p:nvCxnSpPr>
            <p:spPr bwMode="gray">
              <a:xfrm>
                <a:off x="-1671638" y="534795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CF1E244-4034-E5AF-436E-40825E7F65B8}"/>
                  </a:ext>
                </a:extLst>
              </p:cNvPr>
              <p:cNvSpPr/>
              <p:nvPr userDrawn="1"/>
            </p:nvSpPr>
            <p:spPr bwMode="gray">
              <a:xfrm>
                <a:off x="-1671638" y="539832"/>
                <a:ext cx="1531557" cy="25907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Subtitle area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9319E21-64C0-C55D-C215-E9CD62FEBB62}"/>
                </a:ext>
              </a:extLst>
            </p:cNvPr>
            <p:cNvGrpSpPr/>
            <p:nvPr userDrawn="1"/>
          </p:nvGrpSpPr>
          <p:grpSpPr>
            <a:xfrm>
              <a:off x="-1671638" y="1405512"/>
              <a:ext cx="1531557" cy="1802493"/>
              <a:chOff x="-1671638" y="1405512"/>
              <a:chExt cx="1531557" cy="1802493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1234FF4-914E-6C81-99C0-F08B028939CF}"/>
                  </a:ext>
                </a:extLst>
              </p:cNvPr>
              <p:cNvSpPr/>
              <p:nvPr userDrawn="1"/>
            </p:nvSpPr>
            <p:spPr bwMode="gray">
              <a:xfrm>
                <a:off x="-1671638" y="1405512"/>
                <a:ext cx="1531557" cy="1802493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0" bIns="108000" rtlCol="0" anchor="b" anchorCtr="0">
                <a:noAutofit/>
              </a:bodyPr>
              <a:lstStyle/>
              <a:p>
                <a:pPr algn="l"/>
                <a:r>
                  <a:rPr lang="en-US" sz="1200" b="1" dirty="0">
                    <a:solidFill>
                      <a:schemeClr val="tx1"/>
                    </a:solidFill>
                  </a:rPr>
                  <a:t>AkzoNobel Bullets</a:t>
                </a:r>
              </a:p>
              <a:p>
                <a:pPr algn="l"/>
                <a:r>
                  <a:rPr lang="en-US" sz="1200" b="0" dirty="0">
                    <a:solidFill>
                      <a:schemeClr val="tx1"/>
                    </a:solidFill>
                  </a:rPr>
                  <a:t>Only use the </a:t>
                </a:r>
                <a:r>
                  <a:rPr lang="en-US" sz="1200" b="0" u="sng" dirty="0">
                    <a:solidFill>
                      <a:schemeClr val="tx1"/>
                    </a:solidFill>
                  </a:rPr>
                  <a:t>List Level buttons</a:t>
                </a:r>
                <a:r>
                  <a:rPr lang="en-US" sz="1200" b="0" dirty="0">
                    <a:solidFill>
                      <a:schemeClr val="tx1"/>
                    </a:solidFill>
                  </a:rPr>
                  <a:t> to apply the</a:t>
                </a:r>
                <a:r>
                  <a:rPr lang="en-US" sz="1200" b="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b="0" i="0" u="none" baseline="0" dirty="0">
                    <a:solidFill>
                      <a:schemeClr val="tx1"/>
                    </a:solidFill>
                  </a:rPr>
                  <a:t>AkzoNobel Branded Bullets</a:t>
                </a:r>
                <a:endParaRPr lang="en-US" sz="1200" b="0" i="0" u="non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3D2D617B-8750-CC2F-B0E9-B4391D4EFC9E}"/>
                  </a:ext>
                </a:extLst>
              </p:cNvPr>
              <p:cNvGrpSpPr/>
              <p:nvPr userDrawn="1"/>
            </p:nvGrpSpPr>
            <p:grpSpPr>
              <a:xfrm>
                <a:off x="-1573454" y="1531453"/>
                <a:ext cx="1335187" cy="795026"/>
                <a:chOff x="-1573454" y="1531453"/>
                <a:chExt cx="1335187" cy="795026"/>
              </a:xfrm>
            </p:grpSpPr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EC458B61-5A6B-D05C-47D8-83396F0C27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-1573454" y="1531453"/>
                  <a:ext cx="1335187" cy="795026"/>
                </a:xfrm>
                <a:custGeom>
                  <a:avLst/>
                  <a:gdLst>
                    <a:gd name="connsiteX0" fmla="*/ 0 w 2840306"/>
                    <a:gd name="connsiteY0" fmla="*/ 0 h 1691236"/>
                    <a:gd name="connsiteX1" fmla="*/ 2840306 w 2840306"/>
                    <a:gd name="connsiteY1" fmla="*/ 0 h 1691236"/>
                    <a:gd name="connsiteX2" fmla="*/ 2840306 w 2840306"/>
                    <a:gd name="connsiteY2" fmla="*/ 1691236 h 1691236"/>
                    <a:gd name="connsiteX3" fmla="*/ 0 w 2840306"/>
                    <a:gd name="connsiteY3" fmla="*/ 1691236 h 1691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40306" h="1691236">
                      <a:moveTo>
                        <a:pt x="0" y="0"/>
                      </a:moveTo>
                      <a:lnTo>
                        <a:pt x="2840306" y="0"/>
                      </a:lnTo>
                      <a:lnTo>
                        <a:pt x="2840306" y="1691236"/>
                      </a:lnTo>
                      <a:lnTo>
                        <a:pt x="0" y="1691236"/>
                      </a:lnTo>
                      <a:close/>
                    </a:path>
                  </a:pathLst>
                </a:custGeom>
              </p:spPr>
            </p:pic>
            <p:sp>
              <p:nvSpPr>
                <p:cNvPr id="54" name="Multiply 30">
                  <a:extLst>
                    <a:ext uri="{FF2B5EF4-FFF2-40B4-BE49-F238E27FC236}">
                      <a16:creationId xmlns:a16="http://schemas.microsoft.com/office/drawing/2014/main" id="{310B53BA-1858-F11C-3CDA-845CB06F2725}"/>
                    </a:ext>
                  </a:extLst>
                </p:cNvPr>
                <p:cNvSpPr/>
                <p:nvPr/>
              </p:nvSpPr>
              <p:spPr bwMode="gray">
                <a:xfrm>
                  <a:off x="-1571627" y="1551174"/>
                  <a:ext cx="245272" cy="245272"/>
                </a:xfrm>
                <a:prstGeom prst="mathMultiply">
                  <a:avLst>
                    <a:gd name="adj1" fmla="val 8315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l"/>
                  <a:endParaRPr lang="en-US" sz="3200" dirty="0" err="1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90530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d Mixed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F6130F78-A01D-FBD5-579E-C2FA6D0EB4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8567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130F78-A01D-FBD5-579E-C2FA6D0EB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Content Placeholder 3"/>
          <p:cNvSpPr>
            <a:spLocks noGrp="1"/>
          </p:cNvSpPr>
          <p:nvPr>
            <p:ph sz="quarter" idx="18"/>
          </p:nvPr>
        </p:nvSpPr>
        <p:spPr bwMode="gray">
          <a:xfrm>
            <a:off x="480000" y="1665288"/>
            <a:ext cx="5472000" cy="205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9"/>
          </p:nvPr>
        </p:nvSpPr>
        <p:spPr bwMode="gray">
          <a:xfrm>
            <a:off x="6240000" y="1665288"/>
            <a:ext cx="5472000" cy="205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22"/>
          </p:nvPr>
        </p:nvSpPr>
        <p:spPr bwMode="gray">
          <a:xfrm>
            <a:off x="480000" y="4005286"/>
            <a:ext cx="5472000" cy="2052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Content Placeholder 6"/>
          <p:cNvSpPr>
            <a:spLocks noGrp="1"/>
          </p:cNvSpPr>
          <p:nvPr>
            <p:ph sz="quarter" idx="23"/>
          </p:nvPr>
        </p:nvSpPr>
        <p:spPr bwMode="gray">
          <a:xfrm>
            <a:off x="6240000" y="4005286"/>
            <a:ext cx="5472000" cy="2052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CD612-D50D-54CD-328E-565B04EA1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446286"/>
            <a:ext cx="11232000" cy="44136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2B63BB2-DFFB-E121-49F6-4C6C04AA3163}"/>
              </a:ext>
            </a:extLst>
          </p:cNvPr>
          <p:cNvSpPr>
            <a:spLocks noGrp="1"/>
          </p:cNvSpPr>
          <p:nvPr>
            <p:ph type="subTitle" idx="21"/>
          </p:nvPr>
        </p:nvSpPr>
        <p:spPr>
          <a:xfrm>
            <a:off x="480000" y="887655"/>
            <a:ext cx="11232000" cy="379656"/>
          </a:xfrm>
        </p:spPr>
        <p:txBody>
          <a:bodyPr tIns="28800" bIns="18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519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9" name="Source Placeholder 4">
            <a:extLst>
              <a:ext uri="{FF2B5EF4-FFF2-40B4-BE49-F238E27FC236}">
                <a16:creationId xmlns:a16="http://schemas.microsoft.com/office/drawing/2014/main" id="{828B5F04-42A4-1569-32B1-C552DD7932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80575" y="6057900"/>
            <a:ext cx="11232000" cy="216000"/>
          </a:xfrm>
        </p:spPr>
        <p:txBody>
          <a:bodyPr wrap="square" tIns="36000" bIns="36000" anchor="b" anchorCtr="0">
            <a:spAutoFit/>
          </a:bodyPr>
          <a:lstStyle>
            <a:lvl1pPr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tabLst>
                <a:tab pos="241294" algn="l"/>
              </a:tabLst>
              <a:defRPr sz="1200" b="0">
                <a:solidFill>
                  <a:srgbClr val="0000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Click to edit Source text styles Arial Regular 10pt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34D20EBB-25D3-855F-E490-D6509A79A71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8000" y="6534843"/>
            <a:ext cx="5688000" cy="184666"/>
          </a:xfrm>
        </p:spPr>
        <p:txBody>
          <a:bodyPr/>
          <a:lstStyle/>
          <a:p>
            <a:pPr>
              <a:buFont typeface="Arial" panose="020B0604020202020204" pitchFamily="34" charset="0"/>
              <a:buChar char="/"/>
            </a:pPr>
            <a:r>
              <a:rPr lang="en-US"/>
              <a:t>Footer in Arial Regular 10 pt</a:t>
            </a:r>
            <a:endParaRPr lang="en-US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E652993-6A5F-739E-B902-424E42D0C02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20385" y="6534843"/>
            <a:ext cx="287616" cy="184666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20" name="marker">
            <a:extLst>
              <a:ext uri="{FF2B5EF4-FFF2-40B4-BE49-F238E27FC236}">
                <a16:creationId xmlns:a16="http://schemas.microsoft.com/office/drawing/2014/main" id="{63BF2DA9-05FB-E506-C3CB-9246BA1CD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952000" y="-360000"/>
            <a:ext cx="0" cy="7541766"/>
            <a:chOff x="480000" y="-360000"/>
            <a:chExt cx="0" cy="754176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8E97142-DA15-418D-3F6D-72B5C9A84B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FFC5260-9993-896F-80B3-EA990FF155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marker">
            <a:extLst>
              <a:ext uri="{FF2B5EF4-FFF2-40B4-BE49-F238E27FC236}">
                <a16:creationId xmlns:a16="http://schemas.microsoft.com/office/drawing/2014/main" id="{B45AE6F1-ECC4-66EF-4A4B-699F30409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240000" y="-360000"/>
            <a:ext cx="0" cy="7541766"/>
            <a:chOff x="480000" y="-360000"/>
            <a:chExt cx="0" cy="754176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E8F7264-78BC-64CF-B6F1-5339F6DF69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F63DB25-477A-DFDE-5EEA-6A4C2D473D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marker">
            <a:extLst>
              <a:ext uri="{FF2B5EF4-FFF2-40B4-BE49-F238E27FC236}">
                <a16:creationId xmlns:a16="http://schemas.microsoft.com/office/drawing/2014/main" id="{B67F572F-5F4B-CBDB-3230-E0A34B874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765137"/>
            <a:ext cx="0" cy="12964848"/>
            <a:chOff x="480000" y="-360000"/>
            <a:chExt cx="0" cy="12964848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C702318-68C0-9E55-EAFC-C27547B334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C000AE7-2075-522C-CCC1-1B87F00448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marker">
            <a:extLst>
              <a:ext uri="{FF2B5EF4-FFF2-40B4-BE49-F238E27FC236}">
                <a16:creationId xmlns:a16="http://schemas.microsoft.com/office/drawing/2014/main" id="{E52040E0-3C98-65A2-2D11-8CDEA648D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477139"/>
            <a:ext cx="0" cy="12964848"/>
            <a:chOff x="480000" y="-360000"/>
            <a:chExt cx="0" cy="12964848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39C83B5-87C3-9531-7D40-8B07201315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6F7799A-90DE-635A-6E41-28930B7119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14ED268-FC61-7F06-BEFA-2F5A67D53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383226" y="451048"/>
            <a:ext cx="2042076" cy="814273"/>
            <a:chOff x="-1671638" y="188201"/>
            <a:chExt cx="1531557" cy="610705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A2495F3-5B6B-3A0B-956D-2A1931920EA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798906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6C68098-7911-0D97-C05E-732B7320FE8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188203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13EB4CC-FBE3-6BC4-094A-1CAD9E98C1FA}"/>
                </a:ext>
              </a:extLst>
            </p:cNvPr>
            <p:cNvSpPr/>
            <p:nvPr userDrawn="1"/>
          </p:nvSpPr>
          <p:spPr bwMode="gray">
            <a:xfrm>
              <a:off x="-1671638" y="188201"/>
              <a:ext cx="1531557" cy="34659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Title area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7E7663B-674A-D748-1241-96214263999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71638" y="534795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A509CD3-9EDA-E1DD-65F4-584E4B0A5266}"/>
                </a:ext>
              </a:extLst>
            </p:cNvPr>
            <p:cNvSpPr/>
            <p:nvPr userDrawn="1"/>
          </p:nvSpPr>
          <p:spPr bwMode="gray">
            <a:xfrm>
              <a:off x="-1671638" y="539832"/>
              <a:ext cx="1531557" cy="25907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Subtitle area</a:t>
              </a:r>
            </a:p>
          </p:txBody>
        </p:sp>
      </p:grpSp>
      <p:grpSp>
        <p:nvGrpSpPr>
          <p:cNvPr id="3" name="NFO">
            <a:extLst>
              <a:ext uri="{FF2B5EF4-FFF2-40B4-BE49-F238E27FC236}">
                <a16:creationId xmlns:a16="http://schemas.microsoft.com/office/drawing/2014/main" id="{D466A3B8-E2BB-6258-A593-553BB7499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233302" y="451048"/>
            <a:ext cx="2042076" cy="4026403"/>
            <a:chOff x="-1671638" y="188201"/>
            <a:chExt cx="1531557" cy="301980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33133B0-4735-1EEB-CA12-29923D29EF7F}"/>
                </a:ext>
              </a:extLst>
            </p:cNvPr>
            <p:cNvGrpSpPr/>
            <p:nvPr userDrawn="1"/>
          </p:nvGrpSpPr>
          <p:grpSpPr>
            <a:xfrm>
              <a:off x="-1671638" y="188201"/>
              <a:ext cx="1531557" cy="610705"/>
              <a:chOff x="-1671638" y="188201"/>
              <a:chExt cx="1531557" cy="610705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220D6F1-CA8D-05DE-3A8E-15EAE7BB119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798906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695B2569-C1E3-11FB-F962-2CCF74E0FCC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188203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6EACF4C-FCA4-0F5A-EB61-7EF22B8FA71E}"/>
                  </a:ext>
                </a:extLst>
              </p:cNvPr>
              <p:cNvSpPr/>
              <p:nvPr userDrawn="1"/>
            </p:nvSpPr>
            <p:spPr bwMode="gray">
              <a:xfrm>
                <a:off x="-1671638" y="188201"/>
                <a:ext cx="1531557" cy="34659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Title area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DB518902-8C2C-A808-5CF4-5EE762E53D2F}"/>
                  </a:ext>
                </a:extLst>
              </p:cNvPr>
              <p:cNvCxnSpPr>
                <a:cxnSpLocks/>
              </p:cNvCxnSpPr>
              <p:nvPr userDrawn="1"/>
            </p:nvCxnSpPr>
            <p:spPr bwMode="gray">
              <a:xfrm>
                <a:off x="-1671638" y="534795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131B63A-78B1-4282-270F-3F874259B9FA}"/>
                  </a:ext>
                </a:extLst>
              </p:cNvPr>
              <p:cNvSpPr/>
              <p:nvPr userDrawn="1"/>
            </p:nvSpPr>
            <p:spPr bwMode="gray">
              <a:xfrm>
                <a:off x="-1671638" y="539832"/>
                <a:ext cx="1531557" cy="25907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Subtitle area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2C8019F-8DB3-068F-CB15-D1B5C07D0673}"/>
                </a:ext>
              </a:extLst>
            </p:cNvPr>
            <p:cNvGrpSpPr/>
            <p:nvPr userDrawn="1"/>
          </p:nvGrpSpPr>
          <p:grpSpPr>
            <a:xfrm>
              <a:off x="-1671638" y="1405512"/>
              <a:ext cx="1531557" cy="1802493"/>
              <a:chOff x="-1671638" y="1405512"/>
              <a:chExt cx="1531557" cy="1802493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0F74971-367A-97AC-73D4-CDC08CF612B4}"/>
                  </a:ext>
                </a:extLst>
              </p:cNvPr>
              <p:cNvSpPr/>
              <p:nvPr userDrawn="1"/>
            </p:nvSpPr>
            <p:spPr bwMode="gray">
              <a:xfrm>
                <a:off x="-1671638" y="1405512"/>
                <a:ext cx="1531557" cy="1802493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0" bIns="108000" rtlCol="0" anchor="b" anchorCtr="0">
                <a:noAutofit/>
              </a:bodyPr>
              <a:lstStyle/>
              <a:p>
                <a:pPr algn="l"/>
                <a:r>
                  <a:rPr lang="en-US" sz="1200" b="1" dirty="0">
                    <a:solidFill>
                      <a:schemeClr val="tx1"/>
                    </a:solidFill>
                  </a:rPr>
                  <a:t>AkzoNobel Bullets</a:t>
                </a:r>
              </a:p>
              <a:p>
                <a:pPr algn="l"/>
                <a:r>
                  <a:rPr lang="en-US" sz="1200" b="0" dirty="0">
                    <a:solidFill>
                      <a:schemeClr val="tx1"/>
                    </a:solidFill>
                  </a:rPr>
                  <a:t>Only use the </a:t>
                </a:r>
                <a:r>
                  <a:rPr lang="en-US" sz="1200" b="0" u="sng" dirty="0">
                    <a:solidFill>
                      <a:schemeClr val="tx1"/>
                    </a:solidFill>
                  </a:rPr>
                  <a:t>List Level buttons</a:t>
                </a:r>
                <a:r>
                  <a:rPr lang="en-US" sz="1200" b="0" dirty="0">
                    <a:solidFill>
                      <a:schemeClr val="tx1"/>
                    </a:solidFill>
                  </a:rPr>
                  <a:t> to apply the</a:t>
                </a:r>
                <a:r>
                  <a:rPr lang="en-US" sz="1200" b="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b="0" i="0" u="none" baseline="0" dirty="0">
                    <a:solidFill>
                      <a:schemeClr val="tx1"/>
                    </a:solidFill>
                  </a:rPr>
                  <a:t>AkzoNobel Branded Bullets</a:t>
                </a:r>
                <a:endParaRPr lang="en-US" sz="1200" b="0" i="0" u="non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33E7A88-DD09-D13A-A325-9E866BC71D68}"/>
                  </a:ext>
                </a:extLst>
              </p:cNvPr>
              <p:cNvGrpSpPr/>
              <p:nvPr userDrawn="1"/>
            </p:nvGrpSpPr>
            <p:grpSpPr>
              <a:xfrm>
                <a:off x="-1573454" y="1531453"/>
                <a:ext cx="1335187" cy="795026"/>
                <a:chOff x="-1573454" y="1531453"/>
                <a:chExt cx="1335187" cy="795026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88999918-F638-9219-DF18-0831ECD063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-1573454" y="1531453"/>
                  <a:ext cx="1335187" cy="795026"/>
                </a:xfrm>
                <a:custGeom>
                  <a:avLst/>
                  <a:gdLst>
                    <a:gd name="connsiteX0" fmla="*/ 0 w 2840306"/>
                    <a:gd name="connsiteY0" fmla="*/ 0 h 1691236"/>
                    <a:gd name="connsiteX1" fmla="*/ 2840306 w 2840306"/>
                    <a:gd name="connsiteY1" fmla="*/ 0 h 1691236"/>
                    <a:gd name="connsiteX2" fmla="*/ 2840306 w 2840306"/>
                    <a:gd name="connsiteY2" fmla="*/ 1691236 h 1691236"/>
                    <a:gd name="connsiteX3" fmla="*/ 0 w 2840306"/>
                    <a:gd name="connsiteY3" fmla="*/ 1691236 h 1691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40306" h="1691236">
                      <a:moveTo>
                        <a:pt x="0" y="0"/>
                      </a:moveTo>
                      <a:lnTo>
                        <a:pt x="2840306" y="0"/>
                      </a:lnTo>
                      <a:lnTo>
                        <a:pt x="2840306" y="1691236"/>
                      </a:lnTo>
                      <a:lnTo>
                        <a:pt x="0" y="1691236"/>
                      </a:lnTo>
                      <a:close/>
                    </a:path>
                  </a:pathLst>
                </a:custGeom>
              </p:spPr>
            </p:pic>
            <p:sp>
              <p:nvSpPr>
                <p:cNvPr id="15" name="Multiply 30">
                  <a:extLst>
                    <a:ext uri="{FF2B5EF4-FFF2-40B4-BE49-F238E27FC236}">
                      <a16:creationId xmlns:a16="http://schemas.microsoft.com/office/drawing/2014/main" id="{3D26BBFC-67C9-B263-342D-4BD40579513D}"/>
                    </a:ext>
                  </a:extLst>
                </p:cNvPr>
                <p:cNvSpPr/>
                <p:nvPr/>
              </p:nvSpPr>
              <p:spPr bwMode="gray">
                <a:xfrm>
                  <a:off x="-1571627" y="1551174"/>
                  <a:ext cx="245272" cy="245272"/>
                </a:xfrm>
                <a:prstGeom prst="mathMultiply">
                  <a:avLst>
                    <a:gd name="adj1" fmla="val 8315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l"/>
                  <a:endParaRPr lang="en-US" sz="3200" dirty="0" err="1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44831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- Blue">
    <p:bg bwMode="gray">
      <p:bgPr>
        <a:gradFill>
          <a:gsLst>
            <a:gs pos="25000">
              <a:srgbClr val="005192"/>
            </a:gs>
            <a:gs pos="75000">
              <a:srgbClr val="008BC5"/>
            </a:gs>
          </a:gsLst>
          <a:lin ang="19848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60A0042-9D4B-DF58-8F3E-5500CD7FB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53604" y="0"/>
            <a:ext cx="8001482" cy="629155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5B0418B-0F12-5430-FE4A-9CD132E89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2572656"/>
            <a:ext cx="8532000" cy="1368000"/>
          </a:xfrm>
        </p:spPr>
        <p:txBody>
          <a:bodyPr wrap="square">
            <a:noAutofit/>
          </a:bodyPr>
          <a:lstStyle>
            <a:lvl1pPr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7" name="!!logo">
            <a:extLst>
              <a:ext uri="{FF2B5EF4-FFF2-40B4-BE49-F238E27FC236}">
                <a16:creationId xmlns:a16="http://schemas.microsoft.com/office/drawing/2014/main" id="{2A0BFF2B-06B9-20C0-57ED-1CA2D0E6D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9222" y="192769"/>
            <a:ext cx="2753846" cy="900000"/>
          </a:xfrm>
          <a:prstGeom prst="rect">
            <a:avLst/>
          </a:prstGeom>
        </p:spPr>
      </p:pic>
      <p:grpSp>
        <p:nvGrpSpPr>
          <p:cNvPr id="2" name="marker">
            <a:extLst>
              <a:ext uri="{FF2B5EF4-FFF2-40B4-BE49-F238E27FC236}">
                <a16:creationId xmlns:a16="http://schemas.microsoft.com/office/drawing/2014/main" id="{8F7B6B9A-7499-08D3-FAD9-40F9BEE0A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2DB235C-0810-781F-A3D3-E041DDCFD2D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B3E426E-87D4-8163-EF26-EE75636D68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marker">
            <a:extLst>
              <a:ext uri="{FF2B5EF4-FFF2-40B4-BE49-F238E27FC236}">
                <a16:creationId xmlns:a16="http://schemas.microsoft.com/office/drawing/2014/main" id="{B6FCA83C-8D20-B223-6FB2-C26C2E31F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BD2BB02-E084-0F25-0715-240A833B7B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7B4B20-0FC9-F89E-083F-269F9AD3C7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marker">
            <a:extLst>
              <a:ext uri="{FF2B5EF4-FFF2-40B4-BE49-F238E27FC236}">
                <a16:creationId xmlns:a16="http://schemas.microsoft.com/office/drawing/2014/main" id="{E1B23B18-B75C-0B35-EE69-7FAE64E57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AB13110-DE74-341E-836A-C64917EF1FE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C9BAC24-3CE7-029A-5CE1-10FAF603BDB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marker">
            <a:extLst>
              <a:ext uri="{FF2B5EF4-FFF2-40B4-BE49-F238E27FC236}">
                <a16:creationId xmlns:a16="http://schemas.microsoft.com/office/drawing/2014/main" id="{B933993E-46C7-A33C-26DD-FA0E51CB5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3909768"/>
            <a:ext cx="0" cy="12964848"/>
            <a:chOff x="480000" y="-360000"/>
            <a:chExt cx="0" cy="1296484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DFA2AF-D1FA-3263-55B6-CE64B82587D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7DB53D9-251B-FF05-D3DD-B275BBA342B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marker">
            <a:extLst>
              <a:ext uri="{FF2B5EF4-FFF2-40B4-BE49-F238E27FC236}">
                <a16:creationId xmlns:a16="http://schemas.microsoft.com/office/drawing/2014/main" id="{AD7ECE91-269B-FE2F-C9CE-BA875531E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541769"/>
            <a:ext cx="0" cy="12964848"/>
            <a:chOff x="480000" y="-360000"/>
            <a:chExt cx="0" cy="1296484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32E8803-F09B-10B1-BF6C-2D2E5F6F89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586E12A-DFC2-370C-B264-DFCDACF075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marker">
            <a:extLst>
              <a:ext uri="{FF2B5EF4-FFF2-40B4-BE49-F238E27FC236}">
                <a16:creationId xmlns:a16="http://schemas.microsoft.com/office/drawing/2014/main" id="{33036C31-B261-6666-3484-B55079AA9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36138"/>
            <a:ext cx="0" cy="12964848"/>
            <a:chOff x="480000" y="-360000"/>
            <a:chExt cx="0" cy="1296484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F6DB28D-B4B2-6683-2D42-FA0382D830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E973254-D9D2-B9D3-14FE-7D3FF8B5518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marker">
            <a:extLst>
              <a:ext uri="{FF2B5EF4-FFF2-40B4-BE49-F238E27FC236}">
                <a16:creationId xmlns:a16="http://schemas.microsoft.com/office/drawing/2014/main" id="{CE860F57-8A18-319F-F9E7-1D66B2B8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688000"/>
            <a:ext cx="0" cy="12964848"/>
            <a:chOff x="480000" y="-360000"/>
            <a:chExt cx="0" cy="1296484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038185A-4895-F6C9-307E-D4C546B97E6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B605A4A-3EB4-2D59-D6D1-E470FE2B619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1770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- Purple">
    <p:bg bwMode="gray">
      <p:bgPr>
        <a:gradFill>
          <a:gsLst>
            <a:gs pos="25000">
              <a:srgbClr val="542C97"/>
            </a:gs>
            <a:gs pos="100000">
              <a:srgbClr val="000394"/>
            </a:gs>
          </a:gsLst>
          <a:lin ang="19836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9CC46A-3873-3D20-6A82-8BE84B89A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030520"/>
            <a:ext cx="8650513" cy="482748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5B0418B-0F12-5430-FE4A-9CD132E89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2572656"/>
            <a:ext cx="8532000" cy="1368000"/>
          </a:xfrm>
        </p:spPr>
        <p:txBody>
          <a:bodyPr wrap="square">
            <a:noAutofit/>
          </a:bodyPr>
          <a:lstStyle>
            <a:lvl1pPr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7" name="!!logo">
            <a:extLst>
              <a:ext uri="{FF2B5EF4-FFF2-40B4-BE49-F238E27FC236}">
                <a16:creationId xmlns:a16="http://schemas.microsoft.com/office/drawing/2014/main" id="{2A0BFF2B-06B9-20C0-57ED-1CA2D0E6D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9222" y="192769"/>
            <a:ext cx="2753846" cy="900000"/>
          </a:xfrm>
          <a:prstGeom prst="rect">
            <a:avLst/>
          </a:prstGeom>
        </p:spPr>
      </p:pic>
      <p:grpSp>
        <p:nvGrpSpPr>
          <p:cNvPr id="2" name="marker">
            <a:extLst>
              <a:ext uri="{FF2B5EF4-FFF2-40B4-BE49-F238E27FC236}">
                <a16:creationId xmlns:a16="http://schemas.microsoft.com/office/drawing/2014/main" id="{A5547B6E-431D-C501-7AB9-20D0C9CC8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3B268707-20B9-3A52-1291-AA954F26B0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1CF25B-91FF-A45A-CB7D-1601AB9245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marker">
            <a:extLst>
              <a:ext uri="{FF2B5EF4-FFF2-40B4-BE49-F238E27FC236}">
                <a16:creationId xmlns:a16="http://schemas.microsoft.com/office/drawing/2014/main" id="{AB38D199-56AA-7299-A1AA-DEFEFD399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AE1B4EB-37E8-00B1-5197-25158FA511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DAAA291-1240-4A71-970C-43EC46839E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marker">
            <a:extLst>
              <a:ext uri="{FF2B5EF4-FFF2-40B4-BE49-F238E27FC236}">
                <a16:creationId xmlns:a16="http://schemas.microsoft.com/office/drawing/2014/main" id="{23C2D4DB-405D-59BD-6E98-87442B69D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1C95900-947D-BD66-249D-0CA56E5FE1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6F320F-E630-7859-5313-B8F2A1B0E2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marker">
            <a:extLst>
              <a:ext uri="{FF2B5EF4-FFF2-40B4-BE49-F238E27FC236}">
                <a16:creationId xmlns:a16="http://schemas.microsoft.com/office/drawing/2014/main" id="{385D6CA6-E313-D0B0-C954-399F0849F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3909768"/>
            <a:ext cx="0" cy="12964848"/>
            <a:chOff x="480000" y="-360000"/>
            <a:chExt cx="0" cy="1296484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9320CE-FCA5-ABCB-15A3-7FC9D27E6C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7BC17A-90DE-7669-CC5A-AC063099737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marker">
            <a:extLst>
              <a:ext uri="{FF2B5EF4-FFF2-40B4-BE49-F238E27FC236}">
                <a16:creationId xmlns:a16="http://schemas.microsoft.com/office/drawing/2014/main" id="{6ED7CAEC-DAE9-DAC0-320B-9F86F1FB1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541769"/>
            <a:ext cx="0" cy="12964848"/>
            <a:chOff x="480000" y="-360000"/>
            <a:chExt cx="0" cy="1296484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9913AC1-F4B7-E9B6-4723-F54546E6045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4CE1DF-7B5B-0017-F1B9-7C74254E9F1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marker">
            <a:extLst>
              <a:ext uri="{FF2B5EF4-FFF2-40B4-BE49-F238E27FC236}">
                <a16:creationId xmlns:a16="http://schemas.microsoft.com/office/drawing/2014/main" id="{42C9CA8E-AC15-012F-9DDC-9F5941849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36138"/>
            <a:ext cx="0" cy="12964848"/>
            <a:chOff x="480000" y="-360000"/>
            <a:chExt cx="0" cy="12964848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9C07EEF-E80F-7D1E-3F29-F9B5C8CE0D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3B69F92-4A87-0EFD-621D-64231A57986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marker">
            <a:extLst>
              <a:ext uri="{FF2B5EF4-FFF2-40B4-BE49-F238E27FC236}">
                <a16:creationId xmlns:a16="http://schemas.microsoft.com/office/drawing/2014/main" id="{E8C6EC31-0365-D23A-36FF-FDC15D23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688000"/>
            <a:ext cx="0" cy="12964848"/>
            <a:chOff x="480000" y="-360000"/>
            <a:chExt cx="0" cy="1296484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1078600-76F1-0D47-8EA3-A2FF33D5D2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D9C6522-68CA-1347-37CF-CBA71281ABF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8413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- Violet">
    <p:bg bwMode="gray">
      <p:bgPr>
        <a:gradFill>
          <a:gsLst>
            <a:gs pos="1000">
              <a:srgbClr val="300281"/>
            </a:gs>
            <a:gs pos="100000">
              <a:srgbClr val="A8269A"/>
            </a:gs>
          </a:gsLst>
          <a:lin ang="19836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glass&#10;&#10;Description automatically generated with medium confidence">
            <a:extLst>
              <a:ext uri="{FF2B5EF4-FFF2-40B4-BE49-F238E27FC236}">
                <a16:creationId xmlns:a16="http://schemas.microsoft.com/office/drawing/2014/main" id="{79966C7D-6C9D-C7BD-4D18-364B9287E7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2742" y="0"/>
            <a:ext cx="9710057" cy="450516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5B0418B-0F12-5430-FE4A-9CD132E89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2572656"/>
            <a:ext cx="8532000" cy="1368000"/>
          </a:xfrm>
        </p:spPr>
        <p:txBody>
          <a:bodyPr wrap="square">
            <a:noAutofit/>
          </a:bodyPr>
          <a:lstStyle>
            <a:lvl1pPr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7" name="!!logo">
            <a:extLst>
              <a:ext uri="{FF2B5EF4-FFF2-40B4-BE49-F238E27FC236}">
                <a16:creationId xmlns:a16="http://schemas.microsoft.com/office/drawing/2014/main" id="{2A0BFF2B-06B9-20C0-57ED-1CA2D0E6D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9222" y="192769"/>
            <a:ext cx="2753846" cy="900000"/>
          </a:xfrm>
          <a:prstGeom prst="rect">
            <a:avLst/>
          </a:prstGeom>
        </p:spPr>
      </p:pic>
      <p:grpSp>
        <p:nvGrpSpPr>
          <p:cNvPr id="2" name="marker">
            <a:extLst>
              <a:ext uri="{FF2B5EF4-FFF2-40B4-BE49-F238E27FC236}">
                <a16:creationId xmlns:a16="http://schemas.microsoft.com/office/drawing/2014/main" id="{43885BBD-BB62-F6A8-1874-0DD148343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3339703-1E53-C0FE-BD0E-3F1352B5456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CBD7A41-50BB-EBC8-BC58-10A0D3FFEF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marker">
            <a:extLst>
              <a:ext uri="{FF2B5EF4-FFF2-40B4-BE49-F238E27FC236}">
                <a16:creationId xmlns:a16="http://schemas.microsoft.com/office/drawing/2014/main" id="{6B0E2B22-73BF-D523-9624-573F2244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93C6465-C89C-B4AD-4441-A2B7B646EBC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9DA80B6-E8BD-DFB6-B301-8942BD19F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marker">
            <a:extLst>
              <a:ext uri="{FF2B5EF4-FFF2-40B4-BE49-F238E27FC236}">
                <a16:creationId xmlns:a16="http://schemas.microsoft.com/office/drawing/2014/main" id="{BC4BA568-963F-F87C-B8E1-54DE33FF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3660180-32C9-5BE7-BAFF-3882FC34FBB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BCC95F0-C790-53AE-4D1A-C72B76F3D0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marker">
            <a:extLst>
              <a:ext uri="{FF2B5EF4-FFF2-40B4-BE49-F238E27FC236}">
                <a16:creationId xmlns:a16="http://schemas.microsoft.com/office/drawing/2014/main" id="{C6B09DB7-668B-0A31-A750-27A78196A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3909768"/>
            <a:ext cx="0" cy="12964848"/>
            <a:chOff x="480000" y="-360000"/>
            <a:chExt cx="0" cy="1296484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C3DE949-8D91-265D-BBBB-FECFB99912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9DB1CFA-D853-871C-D8B5-FD67B1B95D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marker">
            <a:extLst>
              <a:ext uri="{FF2B5EF4-FFF2-40B4-BE49-F238E27FC236}">
                <a16:creationId xmlns:a16="http://schemas.microsoft.com/office/drawing/2014/main" id="{B47E2CD8-2E83-9B05-C234-06B953C5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541769"/>
            <a:ext cx="0" cy="12964848"/>
            <a:chOff x="480000" y="-360000"/>
            <a:chExt cx="0" cy="1296484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D76C233-78BB-2977-9F5E-FABD56F72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3BFD5E1-3F66-9FD2-FD7B-1F81AA37C9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marker">
            <a:extLst>
              <a:ext uri="{FF2B5EF4-FFF2-40B4-BE49-F238E27FC236}">
                <a16:creationId xmlns:a16="http://schemas.microsoft.com/office/drawing/2014/main" id="{6CE278FF-9AFE-3045-3CE4-B0F2901F2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36138"/>
            <a:ext cx="0" cy="12964848"/>
            <a:chOff x="480000" y="-360000"/>
            <a:chExt cx="0" cy="12964848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C999635-61FD-8C09-2010-C85A4552E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314589-E993-9DB6-110A-01BBFE50BA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marker">
            <a:extLst>
              <a:ext uri="{FF2B5EF4-FFF2-40B4-BE49-F238E27FC236}">
                <a16:creationId xmlns:a16="http://schemas.microsoft.com/office/drawing/2014/main" id="{68D30832-1C02-4902-7C01-2DEED3BBF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688000"/>
            <a:ext cx="0" cy="12964848"/>
            <a:chOff x="480000" y="-360000"/>
            <a:chExt cx="0" cy="1296484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72F752-D03E-C11F-D4ED-5BDFF1BCC2B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D79D3F-06F8-F325-0768-299BB3F6D9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62248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with image - Blue">
    <p:bg>
      <p:bgPr>
        <a:gradFill>
          <a:gsLst>
            <a:gs pos="25000">
              <a:srgbClr val="005192"/>
            </a:gs>
            <a:gs pos="75000">
              <a:srgbClr val="008BC5"/>
            </a:gs>
          </a:gsLst>
          <a:lin ang="19848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62E05-D122-B0E1-A0D7-12F07581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1944915"/>
            <a:ext cx="4860000" cy="3168000"/>
          </a:xfrm>
        </p:spPr>
        <p:txBody>
          <a:bodyPr lIns="0" tIns="0" rIns="0" bIns="0" anchor="t" anchorCtr="0">
            <a:noAutofit/>
          </a:bodyPr>
          <a:lstStyle>
            <a:lvl1pPr>
              <a:lnSpc>
                <a:spcPct val="82000"/>
              </a:lnSpc>
              <a:defRPr sz="4800" b="1" kern="100" spc="-1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25" name="!!elementTop">
            <a:extLst>
              <a:ext uri="{FF2B5EF4-FFF2-40B4-BE49-F238E27FC236}">
                <a16:creationId xmlns:a16="http://schemas.microsoft.com/office/drawing/2014/main" id="{145A6509-9D99-CE4E-63BD-1EB69A9F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84415" y="-1"/>
            <a:ext cx="3707585" cy="2829833"/>
          </a:xfrm>
          <a:prstGeom prst="rect">
            <a:avLst/>
          </a:prstGeom>
        </p:spPr>
      </p:pic>
      <p:sp>
        <p:nvSpPr>
          <p:cNvPr id="47" name="Free-form: Shape 46">
            <a:extLst>
              <a:ext uri="{FF2B5EF4-FFF2-40B4-BE49-F238E27FC236}">
                <a16:creationId xmlns:a16="http://schemas.microsoft.com/office/drawing/2014/main" id="{99439786-E466-F44D-E5D4-F8C41A258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57600" y="1518558"/>
            <a:ext cx="5834400" cy="3811599"/>
          </a:xfrm>
          <a:custGeom>
            <a:avLst/>
            <a:gdLst>
              <a:gd name="connsiteX0" fmla="*/ 1494839 w 5834400"/>
              <a:gd name="connsiteY0" fmla="*/ 0 h 3811599"/>
              <a:gd name="connsiteX1" fmla="*/ 5834400 w 5834400"/>
              <a:gd name="connsiteY1" fmla="*/ 0 h 3811599"/>
              <a:gd name="connsiteX2" fmla="*/ 5834400 w 5834400"/>
              <a:gd name="connsiteY2" fmla="*/ 2866047 h 3811599"/>
              <a:gd name="connsiteX3" fmla="*/ 5539544 w 5834400"/>
              <a:gd name="connsiteY3" fmla="*/ 3676130 h 3811599"/>
              <a:gd name="connsiteX4" fmla="*/ 5346117 w 5834400"/>
              <a:gd name="connsiteY4" fmla="*/ 3811599 h 3811599"/>
              <a:gd name="connsiteX5" fmla="*/ 85822 w 5834400"/>
              <a:gd name="connsiteY5" fmla="*/ 3811599 h 3811599"/>
              <a:gd name="connsiteX6" fmla="*/ 5254 w 5834400"/>
              <a:gd name="connsiteY6" fmla="*/ 3696511 h 3811599"/>
              <a:gd name="connsiteX7" fmla="*/ 19138 w 5834400"/>
              <a:gd name="connsiteY7" fmla="*/ 3658424 h 3811599"/>
              <a:gd name="connsiteX8" fmla="*/ 1301412 w 5834400"/>
              <a:gd name="connsiteY8" fmla="*/ 135405 h 3811599"/>
              <a:gd name="connsiteX9" fmla="*/ 1494839 w 5834400"/>
              <a:gd name="connsiteY9" fmla="*/ 0 h 3811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34400" h="3811599">
                <a:moveTo>
                  <a:pt x="1494839" y="0"/>
                </a:moveTo>
                <a:lnTo>
                  <a:pt x="5834400" y="0"/>
                </a:lnTo>
                <a:lnTo>
                  <a:pt x="5834400" y="2866047"/>
                </a:lnTo>
                <a:lnTo>
                  <a:pt x="5539544" y="3676130"/>
                </a:lnTo>
                <a:cubicBezTo>
                  <a:pt x="5509928" y="3757462"/>
                  <a:pt x="5432672" y="3811599"/>
                  <a:pt x="5346117" y="3811599"/>
                </a:cubicBezTo>
                <a:lnTo>
                  <a:pt x="85822" y="3811599"/>
                </a:lnTo>
                <a:cubicBezTo>
                  <a:pt x="26335" y="3811599"/>
                  <a:pt x="-15127" y="3752431"/>
                  <a:pt x="5254" y="3696511"/>
                </a:cubicBezTo>
                <a:lnTo>
                  <a:pt x="19138" y="3658424"/>
                </a:lnTo>
                <a:lnTo>
                  <a:pt x="1301412" y="135405"/>
                </a:lnTo>
                <a:cubicBezTo>
                  <a:pt x="1331028" y="54137"/>
                  <a:pt x="1408284" y="0"/>
                  <a:pt x="1494839" y="0"/>
                </a:cubicBezTo>
                <a:close/>
              </a:path>
            </a:pathLst>
          </a:custGeom>
          <a:solidFill>
            <a:srgbClr val="CBCBCB"/>
          </a:solidFill>
        </p:spPr>
        <p:txBody>
          <a:bodyPr wrap="square" lIns="1440000" tIns="180000" rIns="360000" bIns="360000">
            <a:noAutofit/>
          </a:bodyPr>
          <a:lstStyle>
            <a:lvl1pPr marL="0" indent="0" algn="l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elementDetail">
            <a:extLst>
              <a:ext uri="{FF2B5EF4-FFF2-40B4-BE49-F238E27FC236}">
                <a16:creationId xmlns:a16="http://schemas.microsoft.com/office/drawing/2014/main" id="{674FA7C4-14FF-D992-C465-34EE1ED00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7600" y="3528000"/>
            <a:ext cx="5853453" cy="1807200"/>
          </a:xfrm>
          <a:custGeom>
            <a:avLst/>
            <a:gdLst>
              <a:gd name="connsiteX0" fmla="*/ 5906505 w 6115178"/>
              <a:gd name="connsiteY0" fmla="*/ 0 h 1901156"/>
              <a:gd name="connsiteX1" fmla="*/ 6115178 w 6115178"/>
              <a:gd name="connsiteY1" fmla="*/ 0 h 1901156"/>
              <a:gd name="connsiteX2" fmla="*/ 6115178 w 6115178"/>
              <a:gd name="connsiteY2" fmla="*/ 1901156 h 1901156"/>
              <a:gd name="connsiteX3" fmla="*/ 0 w 6115178"/>
              <a:gd name="connsiteY3" fmla="*/ 1901156 h 1901156"/>
              <a:gd name="connsiteX4" fmla="*/ 0 w 6115178"/>
              <a:gd name="connsiteY4" fmla="*/ 1683914 h 1901156"/>
              <a:gd name="connsiteX5" fmla="*/ 5305920 w 6115178"/>
              <a:gd name="connsiteY5" fmla="*/ 1683914 h 1901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178" h="1901156">
                <a:moveTo>
                  <a:pt x="5906505" y="0"/>
                </a:moveTo>
                <a:lnTo>
                  <a:pt x="6115178" y="0"/>
                </a:lnTo>
                <a:lnTo>
                  <a:pt x="6115178" y="1901156"/>
                </a:lnTo>
                <a:lnTo>
                  <a:pt x="0" y="1901156"/>
                </a:lnTo>
                <a:lnTo>
                  <a:pt x="0" y="1683914"/>
                </a:lnTo>
                <a:lnTo>
                  <a:pt x="5305920" y="1683914"/>
                </a:ln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b" anchorCtr="0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26" name="!!elementBottom">
            <a:extLst>
              <a:ext uri="{FF2B5EF4-FFF2-40B4-BE49-F238E27FC236}">
                <a16:creationId xmlns:a16="http://schemas.microsoft.com/office/drawing/2014/main" id="{9142AEE6-5EB7-0D7E-FF13-917349F2D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5059" y="4379579"/>
            <a:ext cx="4376941" cy="2478421"/>
          </a:xfrm>
          <a:prstGeom prst="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50000" sy="50000" flip="none" algn="tl"/>
          </a:blip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pic>
        <p:nvPicPr>
          <p:cNvPr id="3" name="!!logo">
            <a:extLst>
              <a:ext uri="{FF2B5EF4-FFF2-40B4-BE49-F238E27FC236}">
                <a16:creationId xmlns:a16="http://schemas.microsoft.com/office/drawing/2014/main" id="{372E956F-08F4-A5FC-2BC9-B948C347E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49222" y="192769"/>
            <a:ext cx="2753846" cy="900000"/>
          </a:xfrm>
          <a:prstGeom prst="rect">
            <a:avLst/>
          </a:prstGeom>
        </p:spPr>
      </p:pic>
      <p:grpSp>
        <p:nvGrpSpPr>
          <p:cNvPr id="4" name="marker">
            <a:extLst>
              <a:ext uri="{FF2B5EF4-FFF2-40B4-BE49-F238E27FC236}">
                <a16:creationId xmlns:a16="http://schemas.microsoft.com/office/drawing/2014/main" id="{0F034E95-8F3A-1A31-AA21-80DDA5FF9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459CA8B-70F8-1214-BE6A-2A8D00A698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D6DDBD3-C652-E1F3-0CDE-8AF542464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marker">
            <a:extLst>
              <a:ext uri="{FF2B5EF4-FFF2-40B4-BE49-F238E27FC236}">
                <a16:creationId xmlns:a16="http://schemas.microsoft.com/office/drawing/2014/main" id="{BF87D863-9348-E1B6-382D-123D5EA5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2682D0D-EADC-2EE5-9E00-FFABD3299C0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DF1533-13B3-0A1B-474B-8D0F44DA9D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marker">
            <a:extLst>
              <a:ext uri="{FF2B5EF4-FFF2-40B4-BE49-F238E27FC236}">
                <a16:creationId xmlns:a16="http://schemas.microsoft.com/office/drawing/2014/main" id="{D71C53EE-60F9-C89C-4C9F-D0449B7DB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4ABFF22-6585-9A15-CE82-538219D12D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4B4A51C-0686-C691-DECB-84A3A60B54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marker">
            <a:extLst>
              <a:ext uri="{FF2B5EF4-FFF2-40B4-BE49-F238E27FC236}">
                <a16:creationId xmlns:a16="http://schemas.microsoft.com/office/drawing/2014/main" id="{F853338B-3652-1205-BE57-C63E3A527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4537509"/>
            <a:ext cx="0" cy="12964848"/>
            <a:chOff x="480000" y="-360000"/>
            <a:chExt cx="0" cy="1296484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3172301-EF63-9C10-86BF-CC10DB0CEE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8CCCE21-FC5E-515E-86AC-745A4B917E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marker">
            <a:extLst>
              <a:ext uri="{FF2B5EF4-FFF2-40B4-BE49-F238E27FC236}">
                <a16:creationId xmlns:a16="http://schemas.microsoft.com/office/drawing/2014/main" id="{31CDF67E-C6B5-9E9A-C5CC-5A4E7AC5C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1369510"/>
            <a:ext cx="0" cy="12964848"/>
            <a:chOff x="480000" y="-360000"/>
            <a:chExt cx="0" cy="1296484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03751BC-4984-7E1B-4C25-49B2779276E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2C460BD-7902-8D96-BCD4-4B5A84643D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marker">
            <a:extLst>
              <a:ext uri="{FF2B5EF4-FFF2-40B4-BE49-F238E27FC236}">
                <a16:creationId xmlns:a16="http://schemas.microsoft.com/office/drawing/2014/main" id="{8DEF5330-4508-A095-0A38-0E9ACC9A6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36138"/>
            <a:ext cx="0" cy="12964848"/>
            <a:chOff x="480000" y="-360000"/>
            <a:chExt cx="0" cy="1296484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3443326-848C-88B2-6DAC-9CDEC9B5F4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6D603A-CBCD-9C6F-4929-027AB8FABFA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marker">
            <a:extLst>
              <a:ext uri="{FF2B5EF4-FFF2-40B4-BE49-F238E27FC236}">
                <a16:creationId xmlns:a16="http://schemas.microsoft.com/office/drawing/2014/main" id="{5D84B2DD-A8DF-B98B-2042-0AD9D8D80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688000"/>
            <a:ext cx="0" cy="12964848"/>
            <a:chOff x="480000" y="-360000"/>
            <a:chExt cx="0" cy="1296484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E89E9E-180C-020C-26BC-9FBEE4CBDD9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742D9D-FBFC-34E0-2FC5-005C22591F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7B53240-CE5B-A898-6FE7-769D9E699059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EC0520A-2710-1AA2-1CE8-D9D187DB50AA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119762-3E8B-2349-AAE4-27953BD88F08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26CD4A8-4FA4-CA07-D06E-923DF24C3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FFDCF0D-1E17-D786-3A58-D76416B56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73462C0-0F14-258D-635E-6073F82531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58B517E8-077E-71A0-97C1-0AF9670ED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CB8351F-ECDA-8C88-377F-7357C7B9B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3F9A36-D127-8270-82AA-656A54587E1D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6F8C937-0106-3C86-96BB-56FF6895036D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83CD75F-4BF9-7D62-9D75-111A5112854C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65F5CD2-890A-A9AD-C4B2-DB0FB46EF63D}"/>
                </a:ext>
              </a:extLst>
            </p:cNvPr>
            <p:cNvCxnSpPr>
              <a:stCxn id="32" idx="0"/>
              <a:endCxn id="32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CE8909A-7CC2-DA0F-3258-07F63810A4ED}"/>
                </a:ext>
              </a:extLst>
            </p:cNvPr>
            <p:cNvCxnSpPr>
              <a:stCxn id="32" idx="3"/>
              <a:endCxn id="32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3F407B0-AF13-4A12-195A-264FD3D371FF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FC2B875-4EA7-3A6C-139A-0441D5D874D8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4017333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with image - Purple">
    <p:bg>
      <p:bgPr>
        <a:gradFill>
          <a:gsLst>
            <a:gs pos="25000">
              <a:srgbClr val="542C97"/>
            </a:gs>
            <a:gs pos="100000">
              <a:srgbClr val="000394"/>
            </a:gs>
          </a:gsLst>
          <a:lin ang="19836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!!elementTop">
            <a:extLst>
              <a:ext uri="{FF2B5EF4-FFF2-40B4-BE49-F238E27FC236}">
                <a16:creationId xmlns:a16="http://schemas.microsoft.com/office/drawing/2014/main" id="{145A6509-9D99-CE4E-63BD-1EB69A9F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84415" y="-1"/>
            <a:ext cx="3707585" cy="2829833"/>
          </a:xfrm>
          <a:prstGeom prst="rect">
            <a:avLst/>
          </a:prstGeom>
        </p:spPr>
      </p:pic>
      <p:sp>
        <p:nvSpPr>
          <p:cNvPr id="44" name="Free-form: Shape 43">
            <a:extLst>
              <a:ext uri="{FF2B5EF4-FFF2-40B4-BE49-F238E27FC236}">
                <a16:creationId xmlns:a16="http://schemas.microsoft.com/office/drawing/2014/main" id="{134749B5-07F7-4889-4634-B38541CA6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57600" y="1518558"/>
            <a:ext cx="5834400" cy="3811599"/>
          </a:xfrm>
          <a:custGeom>
            <a:avLst/>
            <a:gdLst>
              <a:gd name="connsiteX0" fmla="*/ 1494839 w 5834400"/>
              <a:gd name="connsiteY0" fmla="*/ 0 h 3811599"/>
              <a:gd name="connsiteX1" fmla="*/ 5834400 w 5834400"/>
              <a:gd name="connsiteY1" fmla="*/ 0 h 3811599"/>
              <a:gd name="connsiteX2" fmla="*/ 5834400 w 5834400"/>
              <a:gd name="connsiteY2" fmla="*/ 2866047 h 3811599"/>
              <a:gd name="connsiteX3" fmla="*/ 5539544 w 5834400"/>
              <a:gd name="connsiteY3" fmla="*/ 3676130 h 3811599"/>
              <a:gd name="connsiteX4" fmla="*/ 5346117 w 5834400"/>
              <a:gd name="connsiteY4" fmla="*/ 3811599 h 3811599"/>
              <a:gd name="connsiteX5" fmla="*/ 85822 w 5834400"/>
              <a:gd name="connsiteY5" fmla="*/ 3811599 h 3811599"/>
              <a:gd name="connsiteX6" fmla="*/ 5254 w 5834400"/>
              <a:gd name="connsiteY6" fmla="*/ 3696511 h 3811599"/>
              <a:gd name="connsiteX7" fmla="*/ 19138 w 5834400"/>
              <a:gd name="connsiteY7" fmla="*/ 3658424 h 3811599"/>
              <a:gd name="connsiteX8" fmla="*/ 1301412 w 5834400"/>
              <a:gd name="connsiteY8" fmla="*/ 135405 h 3811599"/>
              <a:gd name="connsiteX9" fmla="*/ 1494839 w 5834400"/>
              <a:gd name="connsiteY9" fmla="*/ 0 h 3811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34400" h="3811599">
                <a:moveTo>
                  <a:pt x="1494839" y="0"/>
                </a:moveTo>
                <a:lnTo>
                  <a:pt x="5834400" y="0"/>
                </a:lnTo>
                <a:lnTo>
                  <a:pt x="5834400" y="2866047"/>
                </a:lnTo>
                <a:lnTo>
                  <a:pt x="5539544" y="3676130"/>
                </a:lnTo>
                <a:cubicBezTo>
                  <a:pt x="5509928" y="3757462"/>
                  <a:pt x="5432672" y="3811599"/>
                  <a:pt x="5346117" y="3811599"/>
                </a:cubicBezTo>
                <a:lnTo>
                  <a:pt x="85822" y="3811599"/>
                </a:lnTo>
                <a:cubicBezTo>
                  <a:pt x="26335" y="3811599"/>
                  <a:pt x="-15127" y="3752431"/>
                  <a:pt x="5254" y="3696511"/>
                </a:cubicBezTo>
                <a:lnTo>
                  <a:pt x="19138" y="3658424"/>
                </a:lnTo>
                <a:lnTo>
                  <a:pt x="1301412" y="135405"/>
                </a:lnTo>
                <a:cubicBezTo>
                  <a:pt x="1331028" y="54137"/>
                  <a:pt x="1408284" y="0"/>
                  <a:pt x="1494839" y="0"/>
                </a:cubicBezTo>
                <a:close/>
              </a:path>
            </a:pathLst>
          </a:custGeom>
          <a:solidFill>
            <a:srgbClr val="CBCBCB"/>
          </a:solidFill>
        </p:spPr>
        <p:txBody>
          <a:bodyPr wrap="square" lIns="1440000" tIns="180000" rIns="360000" bIns="360000">
            <a:noAutofit/>
          </a:bodyPr>
          <a:lstStyle>
            <a:lvl1pPr marL="0" indent="0" algn="l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5" name="elementDetail">
            <a:extLst>
              <a:ext uri="{FF2B5EF4-FFF2-40B4-BE49-F238E27FC236}">
                <a16:creationId xmlns:a16="http://schemas.microsoft.com/office/drawing/2014/main" id="{9AA48E45-9363-4345-AADA-FF93F021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7600" y="3528000"/>
            <a:ext cx="5853453" cy="1807200"/>
          </a:xfrm>
          <a:custGeom>
            <a:avLst/>
            <a:gdLst>
              <a:gd name="connsiteX0" fmla="*/ 5906505 w 6115178"/>
              <a:gd name="connsiteY0" fmla="*/ 0 h 1901156"/>
              <a:gd name="connsiteX1" fmla="*/ 6115178 w 6115178"/>
              <a:gd name="connsiteY1" fmla="*/ 0 h 1901156"/>
              <a:gd name="connsiteX2" fmla="*/ 6115178 w 6115178"/>
              <a:gd name="connsiteY2" fmla="*/ 1901156 h 1901156"/>
              <a:gd name="connsiteX3" fmla="*/ 0 w 6115178"/>
              <a:gd name="connsiteY3" fmla="*/ 1901156 h 1901156"/>
              <a:gd name="connsiteX4" fmla="*/ 0 w 6115178"/>
              <a:gd name="connsiteY4" fmla="*/ 1683914 h 1901156"/>
              <a:gd name="connsiteX5" fmla="*/ 5305920 w 6115178"/>
              <a:gd name="connsiteY5" fmla="*/ 1683914 h 1901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178" h="1901156">
                <a:moveTo>
                  <a:pt x="5906505" y="0"/>
                </a:moveTo>
                <a:lnTo>
                  <a:pt x="6115178" y="0"/>
                </a:lnTo>
                <a:lnTo>
                  <a:pt x="6115178" y="1901156"/>
                </a:lnTo>
                <a:lnTo>
                  <a:pt x="0" y="1901156"/>
                </a:lnTo>
                <a:lnTo>
                  <a:pt x="0" y="1683914"/>
                </a:lnTo>
                <a:lnTo>
                  <a:pt x="5305920" y="1683914"/>
                </a:ln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b" anchorCtr="0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62E05-D122-B0E1-A0D7-12F07581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1944915"/>
            <a:ext cx="4860000" cy="3168000"/>
          </a:xfrm>
        </p:spPr>
        <p:txBody>
          <a:bodyPr lIns="0" tIns="0" rIns="0" bIns="0" anchor="t" anchorCtr="0">
            <a:noAutofit/>
          </a:bodyPr>
          <a:lstStyle>
            <a:lvl1pPr>
              <a:lnSpc>
                <a:spcPct val="82000"/>
              </a:lnSpc>
              <a:defRPr sz="4800" b="1" kern="100" spc="-1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6" name="!!elementBottom">
            <a:extLst>
              <a:ext uri="{FF2B5EF4-FFF2-40B4-BE49-F238E27FC236}">
                <a16:creationId xmlns:a16="http://schemas.microsoft.com/office/drawing/2014/main" id="{9142AEE6-5EB7-0D7E-FF13-917349F2D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5059" y="4379579"/>
            <a:ext cx="4376941" cy="2478421"/>
          </a:xfrm>
          <a:prstGeom prst="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50000" sy="50000" flip="none" algn="tl"/>
          </a:blip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pic>
        <p:nvPicPr>
          <p:cNvPr id="3" name="!!logo">
            <a:extLst>
              <a:ext uri="{FF2B5EF4-FFF2-40B4-BE49-F238E27FC236}">
                <a16:creationId xmlns:a16="http://schemas.microsoft.com/office/drawing/2014/main" id="{AED3549F-C1FC-3808-82AA-6DFA9FAF1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49222" y="192769"/>
            <a:ext cx="2753846" cy="900000"/>
          </a:xfrm>
          <a:prstGeom prst="rect">
            <a:avLst/>
          </a:prstGeom>
        </p:spPr>
      </p:pic>
      <p:grpSp>
        <p:nvGrpSpPr>
          <p:cNvPr id="4" name="marker">
            <a:extLst>
              <a:ext uri="{FF2B5EF4-FFF2-40B4-BE49-F238E27FC236}">
                <a16:creationId xmlns:a16="http://schemas.microsoft.com/office/drawing/2014/main" id="{A42E1F6F-5489-BD76-4CB8-5B7C50E75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ED91FA7-644F-6A60-0BD5-4E2EAEE4EE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FBA7B30-806C-C90B-9111-B939DD00E7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marker">
            <a:extLst>
              <a:ext uri="{FF2B5EF4-FFF2-40B4-BE49-F238E27FC236}">
                <a16:creationId xmlns:a16="http://schemas.microsoft.com/office/drawing/2014/main" id="{48419D65-FAF8-880F-4B31-6F90AA1E7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BCA4823-D7DB-4C43-65D5-7DB245BF44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E4358C-5958-4D61-34B2-B0B15B4EDC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marker">
            <a:extLst>
              <a:ext uri="{FF2B5EF4-FFF2-40B4-BE49-F238E27FC236}">
                <a16:creationId xmlns:a16="http://schemas.microsoft.com/office/drawing/2014/main" id="{BAD0A2D8-D128-A3B9-229E-238C856E4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BFE5368-2829-7BA4-704E-787F6C2071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7333D-AA7A-1B17-3AFC-6D8D88B0AF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marker">
            <a:extLst>
              <a:ext uri="{FF2B5EF4-FFF2-40B4-BE49-F238E27FC236}">
                <a16:creationId xmlns:a16="http://schemas.microsoft.com/office/drawing/2014/main" id="{4D5BAC9A-52D9-67A6-F39C-15A93E0E9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4537509"/>
            <a:ext cx="0" cy="12964848"/>
            <a:chOff x="480000" y="-360000"/>
            <a:chExt cx="0" cy="1296484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87D8D83-F028-1BED-2225-40D525E872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88E037B-790D-026B-DEAF-0FE8E0461C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marker">
            <a:extLst>
              <a:ext uri="{FF2B5EF4-FFF2-40B4-BE49-F238E27FC236}">
                <a16:creationId xmlns:a16="http://schemas.microsoft.com/office/drawing/2014/main" id="{B21B5553-B20A-270C-428B-1AC9A84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1369510"/>
            <a:ext cx="0" cy="12964848"/>
            <a:chOff x="480000" y="-360000"/>
            <a:chExt cx="0" cy="1296484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53699C1-EA9A-A75A-5A1C-536F4350C07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CD405D2-61BA-A3BE-EA2B-C87D4988A3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marker">
            <a:extLst>
              <a:ext uri="{FF2B5EF4-FFF2-40B4-BE49-F238E27FC236}">
                <a16:creationId xmlns:a16="http://schemas.microsoft.com/office/drawing/2014/main" id="{33743428-6942-F67E-9547-D6FD03DC5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36138"/>
            <a:ext cx="0" cy="12964848"/>
            <a:chOff x="480000" y="-360000"/>
            <a:chExt cx="0" cy="1296484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CE39FA5-B38B-E24E-EA59-A258BD3FE1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F3AC0BD-1E5A-E94A-072E-6A9C7211B5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marker">
            <a:extLst>
              <a:ext uri="{FF2B5EF4-FFF2-40B4-BE49-F238E27FC236}">
                <a16:creationId xmlns:a16="http://schemas.microsoft.com/office/drawing/2014/main" id="{BB66E8BF-6D10-BD30-9F26-A69F3A80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688000"/>
            <a:ext cx="0" cy="12964848"/>
            <a:chOff x="480000" y="-360000"/>
            <a:chExt cx="0" cy="1296484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D36D96C-A72D-F388-DBB6-0DE3B9ACA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03481E7-627F-64EB-D6D8-A4CD4514F68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2161984-5412-B6B4-0836-B981EA14BF19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608F615-7D6D-0855-2804-8E13D724F819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FB2D992-468F-92F5-F738-CDF3459DF647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16DDEAB-26E3-BEFB-C395-BEE116A29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13D1AC3-A8EA-209D-6B00-CD99401A3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D8FAD6C-9325-CA2D-E4AF-D9D9979AC6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DD26129-A1D9-606D-8ACF-D3BED5677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E6C005E-D08B-7953-94D1-1ED8548FB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5F1259B-AB7C-3E10-7A69-7E83437943A4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8312BBA-00CE-4531-B468-FFE72A92592C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64D3242-A384-DBB9-37C6-70D9C84F8BCD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062939-BE39-41CC-F677-888BCC932DF5}"/>
                </a:ext>
              </a:extLst>
            </p:cNvPr>
            <p:cNvCxnSpPr>
              <a:stCxn id="32" idx="0"/>
              <a:endCxn id="32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B84836D-7A5E-F229-7A47-C11DDFEA6180}"/>
                </a:ext>
              </a:extLst>
            </p:cNvPr>
            <p:cNvCxnSpPr>
              <a:stCxn id="32" idx="3"/>
              <a:endCxn id="32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37AE2B5-1A6A-4AA5-3A7D-8B6AD3FCE8EE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AC80289-F989-28E4-87CB-6B7ED4732D1D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189106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with image - Violet">
    <p:bg>
      <p:bgPr>
        <a:gradFill>
          <a:gsLst>
            <a:gs pos="1000">
              <a:srgbClr val="300281"/>
            </a:gs>
            <a:gs pos="100000">
              <a:srgbClr val="A8269A"/>
            </a:gs>
          </a:gsLst>
          <a:lin ang="19836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!!elementTop">
            <a:extLst>
              <a:ext uri="{FF2B5EF4-FFF2-40B4-BE49-F238E27FC236}">
                <a16:creationId xmlns:a16="http://schemas.microsoft.com/office/drawing/2014/main" id="{145A6509-9D99-CE4E-63BD-1EB69A9F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84415" y="-1"/>
            <a:ext cx="3707585" cy="2829833"/>
          </a:xfrm>
          <a:prstGeom prst="rect">
            <a:avLst/>
          </a:prstGeom>
        </p:spPr>
      </p:pic>
      <p:sp>
        <p:nvSpPr>
          <p:cNvPr id="44" name="Free-form: Shape 43">
            <a:extLst>
              <a:ext uri="{FF2B5EF4-FFF2-40B4-BE49-F238E27FC236}">
                <a16:creationId xmlns:a16="http://schemas.microsoft.com/office/drawing/2014/main" id="{61687F7D-A504-9F17-C475-C90ABED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57600" y="1518558"/>
            <a:ext cx="5834400" cy="3811599"/>
          </a:xfrm>
          <a:custGeom>
            <a:avLst/>
            <a:gdLst>
              <a:gd name="connsiteX0" fmla="*/ 1494839 w 5834400"/>
              <a:gd name="connsiteY0" fmla="*/ 0 h 3811599"/>
              <a:gd name="connsiteX1" fmla="*/ 5834400 w 5834400"/>
              <a:gd name="connsiteY1" fmla="*/ 0 h 3811599"/>
              <a:gd name="connsiteX2" fmla="*/ 5834400 w 5834400"/>
              <a:gd name="connsiteY2" fmla="*/ 2866047 h 3811599"/>
              <a:gd name="connsiteX3" fmla="*/ 5539544 w 5834400"/>
              <a:gd name="connsiteY3" fmla="*/ 3676130 h 3811599"/>
              <a:gd name="connsiteX4" fmla="*/ 5346117 w 5834400"/>
              <a:gd name="connsiteY4" fmla="*/ 3811599 h 3811599"/>
              <a:gd name="connsiteX5" fmla="*/ 85822 w 5834400"/>
              <a:gd name="connsiteY5" fmla="*/ 3811599 h 3811599"/>
              <a:gd name="connsiteX6" fmla="*/ 5254 w 5834400"/>
              <a:gd name="connsiteY6" fmla="*/ 3696511 h 3811599"/>
              <a:gd name="connsiteX7" fmla="*/ 19138 w 5834400"/>
              <a:gd name="connsiteY7" fmla="*/ 3658424 h 3811599"/>
              <a:gd name="connsiteX8" fmla="*/ 1301412 w 5834400"/>
              <a:gd name="connsiteY8" fmla="*/ 135405 h 3811599"/>
              <a:gd name="connsiteX9" fmla="*/ 1494839 w 5834400"/>
              <a:gd name="connsiteY9" fmla="*/ 0 h 3811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34400" h="3811599">
                <a:moveTo>
                  <a:pt x="1494839" y="0"/>
                </a:moveTo>
                <a:lnTo>
                  <a:pt x="5834400" y="0"/>
                </a:lnTo>
                <a:lnTo>
                  <a:pt x="5834400" y="2866047"/>
                </a:lnTo>
                <a:lnTo>
                  <a:pt x="5539544" y="3676130"/>
                </a:lnTo>
                <a:cubicBezTo>
                  <a:pt x="5509928" y="3757462"/>
                  <a:pt x="5432672" y="3811599"/>
                  <a:pt x="5346117" y="3811599"/>
                </a:cubicBezTo>
                <a:lnTo>
                  <a:pt x="85822" y="3811599"/>
                </a:lnTo>
                <a:cubicBezTo>
                  <a:pt x="26335" y="3811599"/>
                  <a:pt x="-15127" y="3752431"/>
                  <a:pt x="5254" y="3696511"/>
                </a:cubicBezTo>
                <a:lnTo>
                  <a:pt x="19138" y="3658424"/>
                </a:lnTo>
                <a:lnTo>
                  <a:pt x="1301412" y="135405"/>
                </a:lnTo>
                <a:cubicBezTo>
                  <a:pt x="1331028" y="54137"/>
                  <a:pt x="1408284" y="0"/>
                  <a:pt x="1494839" y="0"/>
                </a:cubicBezTo>
                <a:close/>
              </a:path>
            </a:pathLst>
          </a:custGeom>
          <a:solidFill>
            <a:srgbClr val="CBCBCB"/>
          </a:solidFill>
        </p:spPr>
        <p:txBody>
          <a:bodyPr wrap="square" lIns="1440000" tIns="180000" rIns="360000" bIns="360000">
            <a:noAutofit/>
          </a:bodyPr>
          <a:lstStyle>
            <a:lvl1pPr marL="0" indent="0" algn="l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5" name="elementDetail">
            <a:extLst>
              <a:ext uri="{FF2B5EF4-FFF2-40B4-BE49-F238E27FC236}">
                <a16:creationId xmlns:a16="http://schemas.microsoft.com/office/drawing/2014/main" id="{3EADB97C-FA8E-0D56-8082-627C9AAED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7600" y="3528000"/>
            <a:ext cx="5853453" cy="1807200"/>
          </a:xfrm>
          <a:custGeom>
            <a:avLst/>
            <a:gdLst>
              <a:gd name="connsiteX0" fmla="*/ 5906505 w 6115178"/>
              <a:gd name="connsiteY0" fmla="*/ 0 h 1901156"/>
              <a:gd name="connsiteX1" fmla="*/ 6115178 w 6115178"/>
              <a:gd name="connsiteY1" fmla="*/ 0 h 1901156"/>
              <a:gd name="connsiteX2" fmla="*/ 6115178 w 6115178"/>
              <a:gd name="connsiteY2" fmla="*/ 1901156 h 1901156"/>
              <a:gd name="connsiteX3" fmla="*/ 0 w 6115178"/>
              <a:gd name="connsiteY3" fmla="*/ 1901156 h 1901156"/>
              <a:gd name="connsiteX4" fmla="*/ 0 w 6115178"/>
              <a:gd name="connsiteY4" fmla="*/ 1683914 h 1901156"/>
              <a:gd name="connsiteX5" fmla="*/ 5305920 w 6115178"/>
              <a:gd name="connsiteY5" fmla="*/ 1683914 h 1901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178" h="1901156">
                <a:moveTo>
                  <a:pt x="5906505" y="0"/>
                </a:moveTo>
                <a:lnTo>
                  <a:pt x="6115178" y="0"/>
                </a:lnTo>
                <a:lnTo>
                  <a:pt x="6115178" y="1901156"/>
                </a:lnTo>
                <a:lnTo>
                  <a:pt x="0" y="1901156"/>
                </a:lnTo>
                <a:lnTo>
                  <a:pt x="0" y="1683914"/>
                </a:lnTo>
                <a:lnTo>
                  <a:pt x="5305920" y="1683914"/>
                </a:ln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b" anchorCtr="0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62E05-D122-B0E1-A0D7-12F07581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1944915"/>
            <a:ext cx="4860000" cy="3168000"/>
          </a:xfrm>
        </p:spPr>
        <p:txBody>
          <a:bodyPr lIns="0" tIns="0" rIns="0" bIns="0" anchor="t" anchorCtr="0">
            <a:noAutofit/>
          </a:bodyPr>
          <a:lstStyle>
            <a:lvl1pPr>
              <a:lnSpc>
                <a:spcPct val="82000"/>
              </a:lnSpc>
              <a:defRPr sz="4800" b="1" kern="100" spc="-100" baseline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6" name="!!elementBottom">
            <a:extLst>
              <a:ext uri="{FF2B5EF4-FFF2-40B4-BE49-F238E27FC236}">
                <a16:creationId xmlns:a16="http://schemas.microsoft.com/office/drawing/2014/main" id="{9142AEE6-5EB7-0D7E-FF13-917349F2D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5059" y="4379579"/>
            <a:ext cx="4376941" cy="2478421"/>
          </a:xfrm>
          <a:prstGeom prst="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50000" sy="50000" flip="none" algn="tl"/>
          </a:blip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pic>
        <p:nvPicPr>
          <p:cNvPr id="3" name="!!logo">
            <a:extLst>
              <a:ext uri="{FF2B5EF4-FFF2-40B4-BE49-F238E27FC236}">
                <a16:creationId xmlns:a16="http://schemas.microsoft.com/office/drawing/2014/main" id="{4AB376D5-9B52-93B5-EF92-3E346AED5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49222" y="192769"/>
            <a:ext cx="2753846" cy="900000"/>
          </a:xfrm>
          <a:prstGeom prst="rect">
            <a:avLst/>
          </a:prstGeom>
        </p:spPr>
      </p:pic>
      <p:grpSp>
        <p:nvGrpSpPr>
          <p:cNvPr id="4" name="marker">
            <a:extLst>
              <a:ext uri="{FF2B5EF4-FFF2-40B4-BE49-F238E27FC236}">
                <a16:creationId xmlns:a16="http://schemas.microsoft.com/office/drawing/2014/main" id="{4F394030-BB77-C39D-3C60-17737332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4A6AC96-DCD9-464E-C0E5-57482CA751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6EDB33E-5884-AE7E-524B-DDAEFB5FE0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marker">
            <a:extLst>
              <a:ext uri="{FF2B5EF4-FFF2-40B4-BE49-F238E27FC236}">
                <a16:creationId xmlns:a16="http://schemas.microsoft.com/office/drawing/2014/main" id="{FC754A9F-FCE7-8B03-2EE5-BBD240DB3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8FF5A55-399A-36D8-3AED-47BF9226BE6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4EAE04B-F74D-77F6-1B99-94CF9CDBBF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marker">
            <a:extLst>
              <a:ext uri="{FF2B5EF4-FFF2-40B4-BE49-F238E27FC236}">
                <a16:creationId xmlns:a16="http://schemas.microsoft.com/office/drawing/2014/main" id="{9A122008-2840-E7E1-0DCB-0477CF4B5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3150" y="-360000"/>
            <a:ext cx="0" cy="7541766"/>
            <a:chOff x="480000" y="-360000"/>
            <a:chExt cx="0" cy="754176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C6B1172-7C7F-F89F-ED83-0FDFF738AFA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84EFE0-2997-E0F7-B0B1-48EF0C0223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marker">
            <a:extLst>
              <a:ext uri="{FF2B5EF4-FFF2-40B4-BE49-F238E27FC236}">
                <a16:creationId xmlns:a16="http://schemas.microsoft.com/office/drawing/2014/main" id="{70BB3541-93AE-64AB-B388-DAFD12785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4537509"/>
            <a:ext cx="0" cy="12964848"/>
            <a:chOff x="480000" y="-360000"/>
            <a:chExt cx="0" cy="1296484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22724A5-2060-8CE5-02AE-9E6545E2E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648E416-7600-A4E5-4B84-05F37DEE60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marker">
            <a:extLst>
              <a:ext uri="{FF2B5EF4-FFF2-40B4-BE49-F238E27FC236}">
                <a16:creationId xmlns:a16="http://schemas.microsoft.com/office/drawing/2014/main" id="{92DE0444-E212-F4C8-B490-E89D90AE5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1369510"/>
            <a:ext cx="0" cy="12964848"/>
            <a:chOff x="480000" y="-360000"/>
            <a:chExt cx="0" cy="1296484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A9BCF3-7097-9E38-5985-6FD7B4DE5AA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D516AC5-0BA2-C19C-A8AC-8410965108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marker">
            <a:extLst>
              <a:ext uri="{FF2B5EF4-FFF2-40B4-BE49-F238E27FC236}">
                <a16:creationId xmlns:a16="http://schemas.microsoft.com/office/drawing/2014/main" id="{56FF0061-D9D4-A927-7A0C-80EB5E5D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36138"/>
            <a:ext cx="0" cy="12964848"/>
            <a:chOff x="480000" y="-360000"/>
            <a:chExt cx="0" cy="1296484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187F5C-EC42-9DF9-9F28-4605B86AB9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A4CADD4-49B5-5B60-D82D-7BF090E95B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marker">
            <a:extLst>
              <a:ext uri="{FF2B5EF4-FFF2-40B4-BE49-F238E27FC236}">
                <a16:creationId xmlns:a16="http://schemas.microsoft.com/office/drawing/2014/main" id="{E26E5AFD-10EE-2158-462C-BFEFC1CE4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688000"/>
            <a:ext cx="0" cy="12964848"/>
            <a:chOff x="480000" y="-360000"/>
            <a:chExt cx="0" cy="1296484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82293B8-3344-65F0-5343-36E9B1C958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B67385C-94AF-8461-2340-4E1C5F3E08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7BF8FA4-C831-9313-BAF4-D4361B20722A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5F2176C-C777-E07D-3A3C-5ECE5078FA2A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65E5FAA-3902-B4A1-001E-A5AC716A1287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A5E038D0-1EBE-4263-8999-E59BBC2CC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088DFCA-8AED-84F7-CB7E-2226E9424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8278F0B-814D-0EFB-71AE-C8D510C8EE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9C39822-4649-0E09-FFD7-6CD5F7D28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3A26245-AF70-AC93-8F1D-41BD91E6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094FCB0-A3EA-5264-42C1-2D9D168FA371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E694738-A673-7B3A-3B3E-852B0D8AE0DF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35658B4-02FB-5744-3733-35D52768F3A2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E1F0EB-EF89-78E7-A986-4E607ABE8A99}"/>
                </a:ext>
              </a:extLst>
            </p:cNvPr>
            <p:cNvCxnSpPr>
              <a:stCxn id="32" idx="0"/>
              <a:endCxn id="32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924D08-89C2-7AFD-57AC-4476B4B02416}"/>
                </a:ext>
              </a:extLst>
            </p:cNvPr>
            <p:cNvCxnSpPr>
              <a:stCxn id="32" idx="3"/>
              <a:endCxn id="32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54978FB-4A88-33B5-BF89-47767499EA74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85C1137-8E71-E573-8B47-6FA5F99D96AD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12445661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with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 bwMode="gray">
          <a:xfrm>
            <a:off x="480001" y="1665288"/>
            <a:ext cx="4464000" cy="43926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1DD87E-D697-5A9B-2AE1-309D46DC5E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4952999" y="1"/>
            <a:ext cx="7239001" cy="6375399"/>
          </a:xfrm>
          <a:custGeom>
            <a:avLst/>
            <a:gdLst>
              <a:gd name="connsiteX0" fmla="*/ 2310390 w 7239001"/>
              <a:gd name="connsiteY0" fmla="*/ 0 h 6375399"/>
              <a:gd name="connsiteX1" fmla="*/ 7239001 w 7239001"/>
              <a:gd name="connsiteY1" fmla="*/ 0 h 6375399"/>
              <a:gd name="connsiteX2" fmla="*/ 7239001 w 7239001"/>
              <a:gd name="connsiteY2" fmla="*/ 6375399 h 6375399"/>
              <a:gd name="connsiteX3" fmla="*/ 0 w 7239001"/>
              <a:gd name="connsiteY3" fmla="*/ 6375399 h 6375399"/>
              <a:gd name="connsiteX4" fmla="*/ 0 w 7239001"/>
              <a:gd name="connsiteY4" fmla="*/ 6357151 h 6375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39001" h="6375399">
                <a:moveTo>
                  <a:pt x="2310390" y="0"/>
                </a:moveTo>
                <a:lnTo>
                  <a:pt x="7239001" y="0"/>
                </a:lnTo>
                <a:lnTo>
                  <a:pt x="7239001" y="6375399"/>
                </a:lnTo>
                <a:lnTo>
                  <a:pt x="0" y="6375399"/>
                </a:lnTo>
                <a:lnTo>
                  <a:pt x="0" y="635715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360000" tIns="360000" rIns="360000" bIns="360000">
            <a:no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A8D98-0DB7-0B04-F6F0-5F7B22D2A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1" y="446286"/>
            <a:ext cx="4680000" cy="864561"/>
          </a:xfrm>
        </p:spPr>
        <p:txBody>
          <a:bodyPr wrap="square">
            <a:sp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08515DF-7BB9-A20A-CBB1-0EE8DD7DC66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8000" y="6534843"/>
            <a:ext cx="5688000" cy="184666"/>
          </a:xfrm>
        </p:spPr>
        <p:txBody>
          <a:bodyPr/>
          <a:lstStyle/>
          <a:p>
            <a:pPr>
              <a:buFont typeface="Arial" panose="020B0604020202020204" pitchFamily="34" charset="0"/>
              <a:buChar char="/"/>
            </a:pPr>
            <a:r>
              <a:rPr lang="en-US"/>
              <a:t>Footer in Arial Regular 10 pt</a:t>
            </a:r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074184F-851E-9A8E-B057-763FCD42D88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20385" y="6534843"/>
            <a:ext cx="287616" cy="184666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8" name="Source Placeholder 4">
            <a:extLst>
              <a:ext uri="{FF2B5EF4-FFF2-40B4-BE49-F238E27FC236}">
                <a16:creationId xmlns:a16="http://schemas.microsoft.com/office/drawing/2014/main" id="{65DACBB3-C425-42D9-2853-2088B65E82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80001" y="6057900"/>
            <a:ext cx="4464000" cy="216000"/>
          </a:xfrm>
        </p:spPr>
        <p:txBody>
          <a:bodyPr wrap="square" tIns="36000" bIns="36000" anchor="b" anchorCtr="0">
            <a:spAutoFit/>
          </a:bodyPr>
          <a:lstStyle>
            <a:lvl1pPr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tabLst>
                <a:tab pos="241294" algn="l"/>
              </a:tabLst>
              <a:defRPr sz="1200" b="0">
                <a:solidFill>
                  <a:srgbClr val="0000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Click to edit Source text styles Arial Regular 10pt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A86C2B7-8A0E-811F-7B5E-E446B8FF3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383226" y="451048"/>
            <a:ext cx="2042076" cy="814273"/>
            <a:chOff x="-1671638" y="188201"/>
            <a:chExt cx="1531557" cy="610705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CC433C1-20B7-9F2B-9E1E-83981AF8C53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798906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CA2EE76-8065-C82E-528C-4171168249A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188203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CF241E4-3EA8-8AD3-3323-E07A2D78C12B}"/>
                </a:ext>
              </a:extLst>
            </p:cNvPr>
            <p:cNvSpPr/>
            <p:nvPr userDrawn="1"/>
          </p:nvSpPr>
          <p:spPr bwMode="gray">
            <a:xfrm>
              <a:off x="-1671638" y="188201"/>
              <a:ext cx="1531557" cy="34659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Title area</a:t>
              </a:r>
            </a:p>
          </p:txBody>
        </p:sp>
      </p:grpSp>
      <p:grpSp>
        <p:nvGrpSpPr>
          <p:cNvPr id="26" name="marker">
            <a:extLst>
              <a:ext uri="{FF2B5EF4-FFF2-40B4-BE49-F238E27FC236}">
                <a16:creationId xmlns:a16="http://schemas.microsoft.com/office/drawing/2014/main" id="{9CBA6699-8454-3598-8CC0-D7AB7B419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944001" y="-360000"/>
            <a:ext cx="0" cy="7541766"/>
            <a:chOff x="480000" y="-360000"/>
            <a:chExt cx="0" cy="7541766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64B0740-8BFE-28D1-5009-BB61269AE7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373972-6D56-AAF2-DCC5-3E367A4CBD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NFO">
            <a:extLst>
              <a:ext uri="{FF2B5EF4-FFF2-40B4-BE49-F238E27FC236}">
                <a16:creationId xmlns:a16="http://schemas.microsoft.com/office/drawing/2014/main" id="{FF59996E-29ED-1479-14C3-893E7A6C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233302" y="451048"/>
            <a:ext cx="2042076" cy="4026403"/>
            <a:chOff x="-1671638" y="188201"/>
            <a:chExt cx="1531557" cy="301980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9E5B03-91EA-22B6-E3BF-4E02EB73D06A}"/>
                </a:ext>
              </a:extLst>
            </p:cNvPr>
            <p:cNvGrpSpPr/>
            <p:nvPr userDrawn="1"/>
          </p:nvGrpSpPr>
          <p:grpSpPr>
            <a:xfrm>
              <a:off x="-1671638" y="188201"/>
              <a:ext cx="1531557" cy="610705"/>
              <a:chOff x="-1671638" y="188201"/>
              <a:chExt cx="1531557" cy="610705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1EC36A8-0703-8C91-65E5-D00ECB4344C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798906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BED3594-AE89-C330-8D5F-1907602F4F62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188203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E51CF7F-ADFD-9214-3015-66D174E11938}"/>
                  </a:ext>
                </a:extLst>
              </p:cNvPr>
              <p:cNvSpPr/>
              <p:nvPr userDrawn="1"/>
            </p:nvSpPr>
            <p:spPr bwMode="gray">
              <a:xfrm>
                <a:off x="-1671638" y="188201"/>
                <a:ext cx="1531557" cy="34659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Title area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572F6A7-9C96-9C1D-EE61-498F2D05F4AE}"/>
                </a:ext>
              </a:extLst>
            </p:cNvPr>
            <p:cNvGrpSpPr/>
            <p:nvPr userDrawn="1"/>
          </p:nvGrpSpPr>
          <p:grpSpPr>
            <a:xfrm>
              <a:off x="-1671638" y="1405512"/>
              <a:ext cx="1531557" cy="1802493"/>
              <a:chOff x="-1671638" y="1405512"/>
              <a:chExt cx="1531557" cy="1802493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C2BADA0-DF5C-8F93-8375-F04B09608184}"/>
                  </a:ext>
                </a:extLst>
              </p:cNvPr>
              <p:cNvSpPr/>
              <p:nvPr userDrawn="1"/>
            </p:nvSpPr>
            <p:spPr bwMode="gray">
              <a:xfrm>
                <a:off x="-1671638" y="1405512"/>
                <a:ext cx="1531557" cy="1802493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0" bIns="108000" rtlCol="0" anchor="b" anchorCtr="0">
                <a:noAutofit/>
              </a:bodyPr>
              <a:lstStyle/>
              <a:p>
                <a:pPr algn="l"/>
                <a:r>
                  <a:rPr lang="en-US" sz="1200" b="1" dirty="0">
                    <a:solidFill>
                      <a:schemeClr val="tx1"/>
                    </a:solidFill>
                  </a:rPr>
                  <a:t>AkzoNobel Bullets</a:t>
                </a:r>
              </a:p>
              <a:p>
                <a:pPr algn="l"/>
                <a:r>
                  <a:rPr lang="en-US" sz="1200" b="0" dirty="0">
                    <a:solidFill>
                      <a:schemeClr val="tx1"/>
                    </a:solidFill>
                  </a:rPr>
                  <a:t>Only use the </a:t>
                </a:r>
                <a:r>
                  <a:rPr lang="en-US" sz="1200" b="0" u="sng" dirty="0">
                    <a:solidFill>
                      <a:schemeClr val="tx1"/>
                    </a:solidFill>
                  </a:rPr>
                  <a:t>List Level buttons</a:t>
                </a:r>
                <a:r>
                  <a:rPr lang="en-US" sz="1200" b="0" dirty="0">
                    <a:solidFill>
                      <a:schemeClr val="tx1"/>
                    </a:solidFill>
                  </a:rPr>
                  <a:t> to apply the</a:t>
                </a:r>
                <a:r>
                  <a:rPr lang="en-US" sz="1200" b="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b="0" i="0" u="none" baseline="0" dirty="0">
                    <a:solidFill>
                      <a:schemeClr val="tx1"/>
                    </a:solidFill>
                  </a:rPr>
                  <a:t>AkzoNobel Branded Bullets</a:t>
                </a:r>
                <a:endParaRPr lang="en-US" sz="1200" b="0" i="0" u="non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76BC6745-353D-0254-62A4-D6EE0CFE7C14}"/>
                  </a:ext>
                </a:extLst>
              </p:cNvPr>
              <p:cNvGrpSpPr/>
              <p:nvPr userDrawn="1"/>
            </p:nvGrpSpPr>
            <p:grpSpPr>
              <a:xfrm>
                <a:off x="-1573454" y="1531453"/>
                <a:ext cx="1335187" cy="795026"/>
                <a:chOff x="-1573454" y="1531453"/>
                <a:chExt cx="1335187" cy="795026"/>
              </a:xfrm>
            </p:grpSpPr>
            <p:pic>
              <p:nvPicPr>
                <p:cNvPr id="45" name="Picture 44">
                  <a:extLst>
                    <a:ext uri="{FF2B5EF4-FFF2-40B4-BE49-F238E27FC236}">
                      <a16:creationId xmlns:a16="http://schemas.microsoft.com/office/drawing/2014/main" id="{48D9F003-1F8F-4BE2-9328-1EEB844768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-1573454" y="1531453"/>
                  <a:ext cx="1335187" cy="795026"/>
                </a:xfrm>
                <a:custGeom>
                  <a:avLst/>
                  <a:gdLst>
                    <a:gd name="connsiteX0" fmla="*/ 0 w 2840306"/>
                    <a:gd name="connsiteY0" fmla="*/ 0 h 1691236"/>
                    <a:gd name="connsiteX1" fmla="*/ 2840306 w 2840306"/>
                    <a:gd name="connsiteY1" fmla="*/ 0 h 1691236"/>
                    <a:gd name="connsiteX2" fmla="*/ 2840306 w 2840306"/>
                    <a:gd name="connsiteY2" fmla="*/ 1691236 h 1691236"/>
                    <a:gd name="connsiteX3" fmla="*/ 0 w 2840306"/>
                    <a:gd name="connsiteY3" fmla="*/ 1691236 h 1691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40306" h="1691236">
                      <a:moveTo>
                        <a:pt x="0" y="0"/>
                      </a:moveTo>
                      <a:lnTo>
                        <a:pt x="2840306" y="0"/>
                      </a:lnTo>
                      <a:lnTo>
                        <a:pt x="2840306" y="1691236"/>
                      </a:lnTo>
                      <a:lnTo>
                        <a:pt x="0" y="1691236"/>
                      </a:lnTo>
                      <a:close/>
                    </a:path>
                  </a:pathLst>
                </a:custGeom>
              </p:spPr>
            </p:pic>
            <p:sp>
              <p:nvSpPr>
                <p:cNvPr id="46" name="Multiply 30">
                  <a:extLst>
                    <a:ext uri="{FF2B5EF4-FFF2-40B4-BE49-F238E27FC236}">
                      <a16:creationId xmlns:a16="http://schemas.microsoft.com/office/drawing/2014/main" id="{66958F7E-EFBF-2710-F761-34083E0D7FC7}"/>
                    </a:ext>
                  </a:extLst>
                </p:cNvPr>
                <p:cNvSpPr/>
                <p:nvPr/>
              </p:nvSpPr>
              <p:spPr bwMode="gray">
                <a:xfrm>
                  <a:off x="-1571627" y="1551174"/>
                  <a:ext cx="245272" cy="245272"/>
                </a:xfrm>
                <a:prstGeom prst="mathMultiply">
                  <a:avLst>
                    <a:gd name="adj1" fmla="val 8315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l"/>
                  <a:endParaRPr lang="en-US" sz="3200" dirty="0" err="1"/>
                </a:p>
              </p:txBody>
            </p:sp>
          </p:grp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87FEE1B-701F-D186-CEE0-2E7A4F5A7531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BCB1C9A-301E-0EAA-AD70-DF337F5381C9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0398D41-8D80-ADB2-C2B3-3700DF15B3B3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60A8429E-B45A-554E-1776-30C1278FD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98421EE1-6CD1-FB08-9FDE-0E2A9AD22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76FE337E-BD20-899A-BFA8-79C7CED536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D6F27B86-98D8-67E7-D64D-46586CD0A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1EBD4992-6050-CA29-E9C6-965D0BA0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13CC169-C90E-FBD7-4E6A-9CEF663327F5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84D1637-0172-85A5-A693-A6667DF92727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2A5851A3-0C8A-D842-A93D-4A08EACA4CA2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9150D4D-D02B-FE9C-5649-568A2FA0CF92}"/>
                </a:ext>
              </a:extLst>
            </p:cNvPr>
            <p:cNvCxnSpPr>
              <a:stCxn id="55" idx="0"/>
              <a:endCxn id="55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DC4FA7C-1E4C-0550-881A-EFC1994331B5}"/>
                </a:ext>
              </a:extLst>
            </p:cNvPr>
            <p:cNvCxnSpPr>
              <a:stCxn id="55" idx="3"/>
              <a:endCxn id="55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07E103B0-3CF5-E905-F6F9-661DAA2F4744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8773431-12F4-DF9F-BD7C-D497B726D4B6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2483588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with small imag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!!elementTop">
            <a:extLst>
              <a:ext uri="{FF2B5EF4-FFF2-40B4-BE49-F238E27FC236}">
                <a16:creationId xmlns:a16="http://schemas.microsoft.com/office/drawing/2014/main" id="{C6F7E19F-0EFD-84C7-F3B5-CC9ED4532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84415" y="-1"/>
            <a:ext cx="3707585" cy="2829833"/>
          </a:xfrm>
          <a:prstGeom prst="rect">
            <a:avLst/>
          </a:prstGeom>
        </p:spPr>
      </p:pic>
      <p:sp>
        <p:nvSpPr>
          <p:cNvPr id="43" name="Free-form: Shape 42">
            <a:extLst>
              <a:ext uri="{FF2B5EF4-FFF2-40B4-BE49-F238E27FC236}">
                <a16:creationId xmlns:a16="http://schemas.microsoft.com/office/drawing/2014/main" id="{BA9E54EA-7D62-4B98-81F3-5E8922106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57600" y="1518558"/>
            <a:ext cx="5834400" cy="3811599"/>
          </a:xfrm>
          <a:custGeom>
            <a:avLst/>
            <a:gdLst>
              <a:gd name="connsiteX0" fmla="*/ 1494839 w 5834400"/>
              <a:gd name="connsiteY0" fmla="*/ 0 h 3811599"/>
              <a:gd name="connsiteX1" fmla="*/ 5834400 w 5834400"/>
              <a:gd name="connsiteY1" fmla="*/ 0 h 3811599"/>
              <a:gd name="connsiteX2" fmla="*/ 5834400 w 5834400"/>
              <a:gd name="connsiteY2" fmla="*/ 2866047 h 3811599"/>
              <a:gd name="connsiteX3" fmla="*/ 5539544 w 5834400"/>
              <a:gd name="connsiteY3" fmla="*/ 3676130 h 3811599"/>
              <a:gd name="connsiteX4" fmla="*/ 5346117 w 5834400"/>
              <a:gd name="connsiteY4" fmla="*/ 3811599 h 3811599"/>
              <a:gd name="connsiteX5" fmla="*/ 85822 w 5834400"/>
              <a:gd name="connsiteY5" fmla="*/ 3811599 h 3811599"/>
              <a:gd name="connsiteX6" fmla="*/ 5254 w 5834400"/>
              <a:gd name="connsiteY6" fmla="*/ 3696511 h 3811599"/>
              <a:gd name="connsiteX7" fmla="*/ 19138 w 5834400"/>
              <a:gd name="connsiteY7" fmla="*/ 3658424 h 3811599"/>
              <a:gd name="connsiteX8" fmla="*/ 1301412 w 5834400"/>
              <a:gd name="connsiteY8" fmla="*/ 135405 h 3811599"/>
              <a:gd name="connsiteX9" fmla="*/ 1494839 w 5834400"/>
              <a:gd name="connsiteY9" fmla="*/ 0 h 3811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34400" h="3811599">
                <a:moveTo>
                  <a:pt x="1494839" y="0"/>
                </a:moveTo>
                <a:lnTo>
                  <a:pt x="5834400" y="0"/>
                </a:lnTo>
                <a:lnTo>
                  <a:pt x="5834400" y="2866047"/>
                </a:lnTo>
                <a:lnTo>
                  <a:pt x="5539544" y="3676130"/>
                </a:lnTo>
                <a:cubicBezTo>
                  <a:pt x="5509928" y="3757462"/>
                  <a:pt x="5432672" y="3811599"/>
                  <a:pt x="5346117" y="3811599"/>
                </a:cubicBezTo>
                <a:lnTo>
                  <a:pt x="85822" y="3811599"/>
                </a:lnTo>
                <a:cubicBezTo>
                  <a:pt x="26335" y="3811599"/>
                  <a:pt x="-15127" y="3752431"/>
                  <a:pt x="5254" y="3696511"/>
                </a:cubicBezTo>
                <a:lnTo>
                  <a:pt x="19138" y="3658424"/>
                </a:lnTo>
                <a:lnTo>
                  <a:pt x="1301412" y="135405"/>
                </a:lnTo>
                <a:cubicBezTo>
                  <a:pt x="1331028" y="54137"/>
                  <a:pt x="1408284" y="0"/>
                  <a:pt x="1494839" y="0"/>
                </a:cubicBezTo>
                <a:close/>
              </a:path>
            </a:pathLst>
          </a:custGeom>
          <a:solidFill>
            <a:srgbClr val="CBCBCB"/>
          </a:solidFill>
        </p:spPr>
        <p:txBody>
          <a:bodyPr wrap="square" lIns="1440000" tIns="180000" rIns="360000" bIns="360000">
            <a:noAutofit/>
          </a:bodyPr>
          <a:lstStyle>
            <a:lvl1pPr marL="0" indent="0" algn="l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4" name="elementDetail">
            <a:extLst>
              <a:ext uri="{FF2B5EF4-FFF2-40B4-BE49-F238E27FC236}">
                <a16:creationId xmlns:a16="http://schemas.microsoft.com/office/drawing/2014/main" id="{FF449ABB-C719-0787-18CF-45FA836AD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7600" y="3528000"/>
            <a:ext cx="5853453" cy="1807200"/>
          </a:xfrm>
          <a:custGeom>
            <a:avLst/>
            <a:gdLst>
              <a:gd name="connsiteX0" fmla="*/ 5906505 w 6115178"/>
              <a:gd name="connsiteY0" fmla="*/ 0 h 1901156"/>
              <a:gd name="connsiteX1" fmla="*/ 6115178 w 6115178"/>
              <a:gd name="connsiteY1" fmla="*/ 0 h 1901156"/>
              <a:gd name="connsiteX2" fmla="*/ 6115178 w 6115178"/>
              <a:gd name="connsiteY2" fmla="*/ 1901156 h 1901156"/>
              <a:gd name="connsiteX3" fmla="*/ 0 w 6115178"/>
              <a:gd name="connsiteY3" fmla="*/ 1901156 h 1901156"/>
              <a:gd name="connsiteX4" fmla="*/ 0 w 6115178"/>
              <a:gd name="connsiteY4" fmla="*/ 1683914 h 1901156"/>
              <a:gd name="connsiteX5" fmla="*/ 5305920 w 6115178"/>
              <a:gd name="connsiteY5" fmla="*/ 1683914 h 1901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178" h="1901156">
                <a:moveTo>
                  <a:pt x="5906505" y="0"/>
                </a:moveTo>
                <a:lnTo>
                  <a:pt x="6115178" y="0"/>
                </a:lnTo>
                <a:lnTo>
                  <a:pt x="6115178" y="1901156"/>
                </a:lnTo>
                <a:lnTo>
                  <a:pt x="0" y="1901156"/>
                </a:lnTo>
                <a:lnTo>
                  <a:pt x="0" y="1683914"/>
                </a:lnTo>
                <a:lnTo>
                  <a:pt x="5305920" y="1683914"/>
                </a:ln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b" anchorCtr="0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 bwMode="gray">
          <a:xfrm>
            <a:off x="480001" y="1665288"/>
            <a:ext cx="4860000" cy="4392611"/>
          </a:xfrm>
        </p:spPr>
        <p:txBody>
          <a:bodyPr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08515DF-7BB9-A20A-CBB1-0EE8DD7DC66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8000" y="6534843"/>
            <a:ext cx="5688000" cy="184666"/>
          </a:xfrm>
        </p:spPr>
        <p:txBody>
          <a:bodyPr/>
          <a:lstStyle/>
          <a:p>
            <a:pPr>
              <a:buFont typeface="Arial" panose="020B0604020202020204" pitchFamily="34" charset="0"/>
              <a:buChar char="/"/>
            </a:pPr>
            <a:r>
              <a:rPr lang="en-US"/>
              <a:t>Footer in Arial Regular 10 pt</a:t>
            </a:r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074184F-851E-9A8E-B057-763FCD42D88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20385" y="6534843"/>
            <a:ext cx="287616" cy="184666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8" name="Source Placeholder 4">
            <a:extLst>
              <a:ext uri="{FF2B5EF4-FFF2-40B4-BE49-F238E27FC236}">
                <a16:creationId xmlns:a16="http://schemas.microsoft.com/office/drawing/2014/main" id="{65DACBB3-C425-42D9-2853-2088B65E82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80001" y="6057900"/>
            <a:ext cx="4860000" cy="216000"/>
          </a:xfrm>
        </p:spPr>
        <p:txBody>
          <a:bodyPr wrap="square" tIns="36000" bIns="36000" anchor="b" anchorCtr="0">
            <a:spAutoFit/>
          </a:bodyPr>
          <a:lstStyle>
            <a:lvl1pPr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tabLst>
                <a:tab pos="241294" algn="l"/>
              </a:tabLst>
              <a:defRPr sz="1200" b="0">
                <a:solidFill>
                  <a:srgbClr val="0000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Click to edit Source text styles Arial Regular 10pt</a:t>
            </a:r>
          </a:p>
        </p:txBody>
      </p:sp>
      <p:sp>
        <p:nvSpPr>
          <p:cNvPr id="10" name="!!elementBottom">
            <a:extLst>
              <a:ext uri="{FF2B5EF4-FFF2-40B4-BE49-F238E27FC236}">
                <a16:creationId xmlns:a16="http://schemas.microsoft.com/office/drawing/2014/main" id="{43CA23A4-B8E7-03BA-6C5B-8913A920D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3250" y="4393900"/>
            <a:ext cx="4008750" cy="1980000"/>
          </a:xfrm>
          <a:prstGeom prst="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50000" sy="50000" flip="none" algn="tl"/>
          </a:blip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00EFE9-AF58-6B05-054D-BEE5F7ECB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383226" y="451048"/>
            <a:ext cx="2042076" cy="814273"/>
            <a:chOff x="-1671638" y="188201"/>
            <a:chExt cx="1531557" cy="61070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E723330-00FE-E562-453E-21FD3A12E1D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798906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972B91-8685-9934-8726-BA0CB387407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188203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5438D28-07B3-320D-B3FD-15FDE7CC7A41}"/>
                </a:ext>
              </a:extLst>
            </p:cNvPr>
            <p:cNvSpPr/>
            <p:nvPr userDrawn="1"/>
          </p:nvSpPr>
          <p:spPr bwMode="gray">
            <a:xfrm>
              <a:off x="-1671638" y="188201"/>
              <a:ext cx="1531557" cy="34659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Title area</a:t>
              </a:r>
            </a:p>
          </p:txBody>
        </p:sp>
      </p:grpSp>
      <p:grpSp>
        <p:nvGrpSpPr>
          <p:cNvPr id="29" name="marker">
            <a:extLst>
              <a:ext uri="{FF2B5EF4-FFF2-40B4-BE49-F238E27FC236}">
                <a16:creationId xmlns:a16="http://schemas.microsoft.com/office/drawing/2014/main" id="{E1CFCACB-9DF3-7972-ADA3-2EE646BD7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40001" y="-360000"/>
            <a:ext cx="0" cy="7541766"/>
            <a:chOff x="480000" y="-360000"/>
            <a:chExt cx="0" cy="7541766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D454B6B-846D-FA16-9D95-AB1763493C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A5B611B-7A56-EAC3-E683-84003230EDD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EF4C6D8F-F99D-7CE9-1F8F-C8ECB38E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446285"/>
            <a:ext cx="4859998" cy="864000"/>
          </a:xfrm>
        </p:spPr>
        <p:txBody>
          <a:bodyPr/>
          <a:lstStyle/>
          <a:p>
            <a:r>
              <a:rPr lang="zh-CN" altLang="en-US" noProof="0"/>
              <a:t>单击此处编辑母版标题样式</a:t>
            </a:r>
            <a:endParaRPr lang="en-US" noProof="0" dirty="0"/>
          </a:p>
        </p:txBody>
      </p:sp>
      <p:grpSp>
        <p:nvGrpSpPr>
          <p:cNvPr id="6" name="NFO">
            <a:extLst>
              <a:ext uri="{FF2B5EF4-FFF2-40B4-BE49-F238E27FC236}">
                <a16:creationId xmlns:a16="http://schemas.microsoft.com/office/drawing/2014/main" id="{7E0580C0-A934-62D8-4301-6B29EAD5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233302" y="451048"/>
            <a:ext cx="2042076" cy="4026403"/>
            <a:chOff x="-1671638" y="188201"/>
            <a:chExt cx="1531557" cy="30198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2A6772B-5927-8D9F-04BC-AB9A08FBD5E1}"/>
                </a:ext>
              </a:extLst>
            </p:cNvPr>
            <p:cNvGrpSpPr/>
            <p:nvPr userDrawn="1"/>
          </p:nvGrpSpPr>
          <p:grpSpPr>
            <a:xfrm>
              <a:off x="-1671638" y="188201"/>
              <a:ext cx="1531557" cy="610705"/>
              <a:chOff x="-1671638" y="188201"/>
              <a:chExt cx="1531557" cy="610705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E1F188E-72F4-79E8-EBE8-7EFC29DE80F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798906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B6907AB-56F8-7CDA-2CA4-81A690219D25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188203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E3F3B5B-BADC-4B4C-84E0-6DD91684A641}"/>
                  </a:ext>
                </a:extLst>
              </p:cNvPr>
              <p:cNvSpPr/>
              <p:nvPr userDrawn="1"/>
            </p:nvSpPr>
            <p:spPr bwMode="gray">
              <a:xfrm>
                <a:off x="-1671638" y="188201"/>
                <a:ext cx="1531557" cy="34659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Title area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30ADCA5-2FDE-6430-3C07-32AAA12CA68A}"/>
                </a:ext>
              </a:extLst>
            </p:cNvPr>
            <p:cNvGrpSpPr/>
            <p:nvPr userDrawn="1"/>
          </p:nvGrpSpPr>
          <p:grpSpPr>
            <a:xfrm>
              <a:off x="-1671638" y="1405512"/>
              <a:ext cx="1531557" cy="1802493"/>
              <a:chOff x="-1671638" y="1405512"/>
              <a:chExt cx="1531557" cy="180249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D895055-E568-001E-6E50-4A590C0DAA1C}"/>
                  </a:ext>
                </a:extLst>
              </p:cNvPr>
              <p:cNvSpPr/>
              <p:nvPr userDrawn="1"/>
            </p:nvSpPr>
            <p:spPr bwMode="gray">
              <a:xfrm>
                <a:off x="-1671638" y="1405512"/>
                <a:ext cx="1531557" cy="1802493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0" bIns="108000" rtlCol="0" anchor="b" anchorCtr="0">
                <a:noAutofit/>
              </a:bodyPr>
              <a:lstStyle/>
              <a:p>
                <a:pPr algn="l"/>
                <a:r>
                  <a:rPr lang="en-US" sz="1200" b="1" dirty="0">
                    <a:solidFill>
                      <a:schemeClr val="tx1"/>
                    </a:solidFill>
                  </a:rPr>
                  <a:t>AkzoNobel Bullets</a:t>
                </a:r>
              </a:p>
              <a:p>
                <a:pPr algn="l"/>
                <a:r>
                  <a:rPr lang="en-US" sz="1200" b="0" dirty="0">
                    <a:solidFill>
                      <a:schemeClr val="tx1"/>
                    </a:solidFill>
                  </a:rPr>
                  <a:t>Only use the </a:t>
                </a:r>
                <a:r>
                  <a:rPr lang="en-US" sz="1200" b="0" u="sng" dirty="0">
                    <a:solidFill>
                      <a:schemeClr val="tx1"/>
                    </a:solidFill>
                  </a:rPr>
                  <a:t>List Level buttons</a:t>
                </a:r>
                <a:r>
                  <a:rPr lang="en-US" sz="1200" b="0" dirty="0">
                    <a:solidFill>
                      <a:schemeClr val="tx1"/>
                    </a:solidFill>
                  </a:rPr>
                  <a:t> to apply the</a:t>
                </a:r>
                <a:r>
                  <a:rPr lang="en-US" sz="1200" b="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b="0" i="0" u="none" baseline="0" dirty="0">
                    <a:solidFill>
                      <a:schemeClr val="tx1"/>
                    </a:solidFill>
                  </a:rPr>
                  <a:t>AkzoNobel Branded Bullets</a:t>
                </a:r>
                <a:endParaRPr lang="en-US" sz="1200" b="0" i="0" u="non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4B241527-9606-CB1C-BCE0-E029F4D37F6B}"/>
                  </a:ext>
                </a:extLst>
              </p:cNvPr>
              <p:cNvGrpSpPr/>
              <p:nvPr userDrawn="1"/>
            </p:nvGrpSpPr>
            <p:grpSpPr>
              <a:xfrm>
                <a:off x="-1573454" y="1531453"/>
                <a:ext cx="1335187" cy="795026"/>
                <a:chOff x="-1573454" y="1531453"/>
                <a:chExt cx="1335187" cy="795026"/>
              </a:xfrm>
            </p:grpSpPr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E367EAFB-1799-D949-3E4D-14E7D0D3F1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-1573454" y="1531453"/>
                  <a:ext cx="1335187" cy="795026"/>
                </a:xfrm>
                <a:custGeom>
                  <a:avLst/>
                  <a:gdLst>
                    <a:gd name="connsiteX0" fmla="*/ 0 w 2840306"/>
                    <a:gd name="connsiteY0" fmla="*/ 0 h 1691236"/>
                    <a:gd name="connsiteX1" fmla="*/ 2840306 w 2840306"/>
                    <a:gd name="connsiteY1" fmla="*/ 0 h 1691236"/>
                    <a:gd name="connsiteX2" fmla="*/ 2840306 w 2840306"/>
                    <a:gd name="connsiteY2" fmla="*/ 1691236 h 1691236"/>
                    <a:gd name="connsiteX3" fmla="*/ 0 w 2840306"/>
                    <a:gd name="connsiteY3" fmla="*/ 1691236 h 1691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40306" h="1691236">
                      <a:moveTo>
                        <a:pt x="0" y="0"/>
                      </a:moveTo>
                      <a:lnTo>
                        <a:pt x="2840306" y="0"/>
                      </a:lnTo>
                      <a:lnTo>
                        <a:pt x="2840306" y="1691236"/>
                      </a:lnTo>
                      <a:lnTo>
                        <a:pt x="0" y="1691236"/>
                      </a:lnTo>
                      <a:close/>
                    </a:path>
                  </a:pathLst>
                </a:custGeom>
              </p:spPr>
            </p:pic>
            <p:sp>
              <p:nvSpPr>
                <p:cNvPr id="49" name="Multiply 30">
                  <a:extLst>
                    <a:ext uri="{FF2B5EF4-FFF2-40B4-BE49-F238E27FC236}">
                      <a16:creationId xmlns:a16="http://schemas.microsoft.com/office/drawing/2014/main" id="{50ABB2D7-B5E3-4D54-7AB2-CAFCAEB43278}"/>
                    </a:ext>
                  </a:extLst>
                </p:cNvPr>
                <p:cNvSpPr/>
                <p:nvPr/>
              </p:nvSpPr>
              <p:spPr bwMode="gray">
                <a:xfrm>
                  <a:off x="-1571627" y="1551174"/>
                  <a:ext cx="245272" cy="245272"/>
                </a:xfrm>
                <a:prstGeom prst="mathMultiply">
                  <a:avLst>
                    <a:gd name="adj1" fmla="val 8315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l"/>
                  <a:endParaRPr lang="en-US" sz="3200" dirty="0" err="1"/>
                </a:p>
              </p:txBody>
            </p:sp>
          </p:grp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5908615-5EBF-EBC2-040F-82A2A485CC5E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747B4D2-9209-1F3D-40C8-7291F71BE27F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EADEFD6-1188-6DF0-4631-4AC85E74E909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F0F4BE7-49CD-0F0A-F125-8667F0728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211E8835-2821-192F-7BF1-2C660D07A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AEE8020-B733-001D-259D-364263FC43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6B80B945-3C23-8EF6-53F7-1501889B1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6A2951D4-CDB1-13AA-F9C9-D3582F365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6221C03-7324-FB23-F0E1-DB02DE3032DD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230796C-7AAC-6AFA-0A84-7632F9875875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000125A8-CD28-65DA-B541-8B1F51D53CFD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E8D8A7E-5E34-AE2E-41CC-3B57DC9FFA42}"/>
                </a:ext>
              </a:extLst>
            </p:cNvPr>
            <p:cNvCxnSpPr>
              <a:stCxn id="58" idx="0"/>
              <a:endCxn id="58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D96C0B1-913B-B666-6A03-956BD882397F}"/>
                </a:ext>
              </a:extLst>
            </p:cNvPr>
            <p:cNvCxnSpPr>
              <a:stCxn id="58" idx="3"/>
              <a:endCxn id="58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E274514-0437-7BCD-2A5E-441252BB5134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CB73B53-FDF4-DD63-5E53-676E4F8BC91B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42262585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with small image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!!elementTop">
            <a:extLst>
              <a:ext uri="{FF2B5EF4-FFF2-40B4-BE49-F238E27FC236}">
                <a16:creationId xmlns:a16="http://schemas.microsoft.com/office/drawing/2014/main" id="{3AC40DD2-C613-97BF-78E6-90C87FDF4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84415" y="-1"/>
            <a:ext cx="3707585" cy="2829833"/>
          </a:xfrm>
          <a:prstGeom prst="rect">
            <a:avLst/>
          </a:prstGeom>
        </p:spPr>
      </p:pic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925A41D1-6AF4-17A3-02A0-E8E254061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57600" y="1518558"/>
            <a:ext cx="5834400" cy="3811599"/>
          </a:xfrm>
          <a:custGeom>
            <a:avLst/>
            <a:gdLst>
              <a:gd name="connsiteX0" fmla="*/ 1494839 w 5834400"/>
              <a:gd name="connsiteY0" fmla="*/ 0 h 3811599"/>
              <a:gd name="connsiteX1" fmla="*/ 5834400 w 5834400"/>
              <a:gd name="connsiteY1" fmla="*/ 0 h 3811599"/>
              <a:gd name="connsiteX2" fmla="*/ 5834400 w 5834400"/>
              <a:gd name="connsiteY2" fmla="*/ 2866047 h 3811599"/>
              <a:gd name="connsiteX3" fmla="*/ 5539544 w 5834400"/>
              <a:gd name="connsiteY3" fmla="*/ 3676130 h 3811599"/>
              <a:gd name="connsiteX4" fmla="*/ 5346117 w 5834400"/>
              <a:gd name="connsiteY4" fmla="*/ 3811599 h 3811599"/>
              <a:gd name="connsiteX5" fmla="*/ 85822 w 5834400"/>
              <a:gd name="connsiteY5" fmla="*/ 3811599 h 3811599"/>
              <a:gd name="connsiteX6" fmla="*/ 5254 w 5834400"/>
              <a:gd name="connsiteY6" fmla="*/ 3696511 h 3811599"/>
              <a:gd name="connsiteX7" fmla="*/ 19138 w 5834400"/>
              <a:gd name="connsiteY7" fmla="*/ 3658424 h 3811599"/>
              <a:gd name="connsiteX8" fmla="*/ 1301412 w 5834400"/>
              <a:gd name="connsiteY8" fmla="*/ 135405 h 3811599"/>
              <a:gd name="connsiteX9" fmla="*/ 1494839 w 5834400"/>
              <a:gd name="connsiteY9" fmla="*/ 0 h 3811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34400" h="3811599">
                <a:moveTo>
                  <a:pt x="1494839" y="0"/>
                </a:moveTo>
                <a:lnTo>
                  <a:pt x="5834400" y="0"/>
                </a:lnTo>
                <a:lnTo>
                  <a:pt x="5834400" y="2866047"/>
                </a:lnTo>
                <a:lnTo>
                  <a:pt x="5539544" y="3676130"/>
                </a:lnTo>
                <a:cubicBezTo>
                  <a:pt x="5509928" y="3757462"/>
                  <a:pt x="5432672" y="3811599"/>
                  <a:pt x="5346117" y="3811599"/>
                </a:cubicBezTo>
                <a:lnTo>
                  <a:pt x="85822" y="3811599"/>
                </a:lnTo>
                <a:cubicBezTo>
                  <a:pt x="26335" y="3811599"/>
                  <a:pt x="-15127" y="3752431"/>
                  <a:pt x="5254" y="3696511"/>
                </a:cubicBezTo>
                <a:lnTo>
                  <a:pt x="19138" y="3658424"/>
                </a:lnTo>
                <a:lnTo>
                  <a:pt x="1301412" y="135405"/>
                </a:lnTo>
                <a:cubicBezTo>
                  <a:pt x="1331028" y="54137"/>
                  <a:pt x="1408284" y="0"/>
                  <a:pt x="1494839" y="0"/>
                </a:cubicBezTo>
                <a:close/>
              </a:path>
            </a:pathLst>
          </a:custGeom>
          <a:solidFill>
            <a:srgbClr val="CBCBCB"/>
          </a:solidFill>
        </p:spPr>
        <p:txBody>
          <a:bodyPr wrap="square" lIns="1440000" tIns="180000" rIns="360000" bIns="360000">
            <a:noAutofit/>
          </a:bodyPr>
          <a:lstStyle>
            <a:lvl1pPr marL="0" indent="0" algn="l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3" name="elementDetail">
            <a:extLst>
              <a:ext uri="{FF2B5EF4-FFF2-40B4-BE49-F238E27FC236}">
                <a16:creationId xmlns:a16="http://schemas.microsoft.com/office/drawing/2014/main" id="{5A12B851-4BD6-54C3-B257-2AB37CA44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7600" y="3528000"/>
            <a:ext cx="5853453" cy="1807200"/>
          </a:xfrm>
          <a:custGeom>
            <a:avLst/>
            <a:gdLst>
              <a:gd name="connsiteX0" fmla="*/ 5906505 w 6115178"/>
              <a:gd name="connsiteY0" fmla="*/ 0 h 1901156"/>
              <a:gd name="connsiteX1" fmla="*/ 6115178 w 6115178"/>
              <a:gd name="connsiteY1" fmla="*/ 0 h 1901156"/>
              <a:gd name="connsiteX2" fmla="*/ 6115178 w 6115178"/>
              <a:gd name="connsiteY2" fmla="*/ 1901156 h 1901156"/>
              <a:gd name="connsiteX3" fmla="*/ 0 w 6115178"/>
              <a:gd name="connsiteY3" fmla="*/ 1901156 h 1901156"/>
              <a:gd name="connsiteX4" fmla="*/ 0 w 6115178"/>
              <a:gd name="connsiteY4" fmla="*/ 1683914 h 1901156"/>
              <a:gd name="connsiteX5" fmla="*/ 5305920 w 6115178"/>
              <a:gd name="connsiteY5" fmla="*/ 1683914 h 1901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178" h="1901156">
                <a:moveTo>
                  <a:pt x="5906505" y="0"/>
                </a:moveTo>
                <a:lnTo>
                  <a:pt x="6115178" y="0"/>
                </a:lnTo>
                <a:lnTo>
                  <a:pt x="6115178" y="1901156"/>
                </a:lnTo>
                <a:lnTo>
                  <a:pt x="0" y="1901156"/>
                </a:lnTo>
                <a:lnTo>
                  <a:pt x="0" y="1683914"/>
                </a:lnTo>
                <a:lnTo>
                  <a:pt x="5305920" y="1683914"/>
                </a:ln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b" anchorCtr="0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 bwMode="gray">
          <a:xfrm>
            <a:off x="480001" y="1665288"/>
            <a:ext cx="4860000" cy="4392611"/>
          </a:xfrm>
        </p:spPr>
        <p:txBody>
          <a:bodyPr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08515DF-7BB9-A20A-CBB1-0EE8DD7DC66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8000" y="6534843"/>
            <a:ext cx="5688000" cy="184666"/>
          </a:xfrm>
        </p:spPr>
        <p:txBody>
          <a:bodyPr/>
          <a:lstStyle/>
          <a:p>
            <a:pPr>
              <a:buFont typeface="Arial" panose="020B0604020202020204" pitchFamily="34" charset="0"/>
              <a:buChar char="/"/>
            </a:pPr>
            <a:r>
              <a:rPr lang="en-US"/>
              <a:t>Footer in Arial Regular 10 pt</a:t>
            </a:r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074184F-851E-9A8E-B057-763FCD42D88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20385" y="6534843"/>
            <a:ext cx="287616" cy="184666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8" name="Source Placeholder 4">
            <a:extLst>
              <a:ext uri="{FF2B5EF4-FFF2-40B4-BE49-F238E27FC236}">
                <a16:creationId xmlns:a16="http://schemas.microsoft.com/office/drawing/2014/main" id="{65DACBB3-C425-42D9-2853-2088B65E82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80001" y="6057900"/>
            <a:ext cx="4860000" cy="216000"/>
          </a:xfrm>
        </p:spPr>
        <p:txBody>
          <a:bodyPr wrap="square" tIns="36000" bIns="36000" anchor="b" anchorCtr="0">
            <a:spAutoFit/>
          </a:bodyPr>
          <a:lstStyle>
            <a:lvl1pPr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tabLst>
                <a:tab pos="241294" algn="l"/>
              </a:tabLst>
              <a:defRPr sz="1200" b="0">
                <a:solidFill>
                  <a:srgbClr val="0000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Click to edit Source text styles Arial Regular 10pt</a:t>
            </a:r>
          </a:p>
        </p:txBody>
      </p:sp>
      <p:sp>
        <p:nvSpPr>
          <p:cNvPr id="10" name="!!elementBottom">
            <a:extLst>
              <a:ext uri="{FF2B5EF4-FFF2-40B4-BE49-F238E27FC236}">
                <a16:creationId xmlns:a16="http://schemas.microsoft.com/office/drawing/2014/main" id="{43CA23A4-B8E7-03BA-6C5B-8913A920D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3250" y="4393900"/>
            <a:ext cx="4008750" cy="1980000"/>
          </a:xfrm>
          <a:prstGeom prst="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50000" sy="50000" flip="none" algn="tl"/>
          </a:blip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00EFE9-AF58-6B05-054D-BEE5F7ECB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383226" y="451048"/>
            <a:ext cx="2042076" cy="814273"/>
            <a:chOff x="-1671638" y="188201"/>
            <a:chExt cx="1531557" cy="61070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E723330-00FE-E562-453E-21FD3A12E1D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798906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972B91-8685-9934-8726-BA0CB387407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188203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5438D28-07B3-320D-B3FD-15FDE7CC7A41}"/>
                </a:ext>
              </a:extLst>
            </p:cNvPr>
            <p:cNvSpPr/>
            <p:nvPr userDrawn="1"/>
          </p:nvSpPr>
          <p:spPr bwMode="gray">
            <a:xfrm>
              <a:off x="-1671638" y="188201"/>
              <a:ext cx="1531557" cy="34659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Title area</a:t>
              </a:r>
            </a:p>
          </p:txBody>
        </p:sp>
      </p:grpSp>
      <p:grpSp>
        <p:nvGrpSpPr>
          <p:cNvPr id="29" name="marker">
            <a:extLst>
              <a:ext uri="{FF2B5EF4-FFF2-40B4-BE49-F238E27FC236}">
                <a16:creationId xmlns:a16="http://schemas.microsoft.com/office/drawing/2014/main" id="{E1CFCACB-9DF3-7972-ADA3-2EE646BD7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40001" y="-360000"/>
            <a:ext cx="0" cy="7541766"/>
            <a:chOff x="480000" y="-360000"/>
            <a:chExt cx="0" cy="7541766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D454B6B-846D-FA16-9D95-AB1763493C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A5B611B-7A56-EAC3-E683-84003230EDD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EF4C6D8F-F99D-7CE9-1F8F-C8ECB38E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446285"/>
            <a:ext cx="4859998" cy="864000"/>
          </a:xfrm>
        </p:spPr>
        <p:txBody>
          <a:bodyPr/>
          <a:lstStyle/>
          <a:p>
            <a:r>
              <a:rPr lang="zh-CN" altLang="en-US" noProof="0"/>
              <a:t>单击此处编辑母版标题样式</a:t>
            </a:r>
            <a:endParaRPr lang="en-US" noProof="0" dirty="0"/>
          </a:p>
        </p:txBody>
      </p:sp>
      <p:grpSp>
        <p:nvGrpSpPr>
          <p:cNvPr id="6" name="NFO">
            <a:extLst>
              <a:ext uri="{FF2B5EF4-FFF2-40B4-BE49-F238E27FC236}">
                <a16:creationId xmlns:a16="http://schemas.microsoft.com/office/drawing/2014/main" id="{432FF705-9A69-B6EB-4798-C4DA39F77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233302" y="451048"/>
            <a:ext cx="2042076" cy="4026403"/>
            <a:chOff x="-1671638" y="188201"/>
            <a:chExt cx="1531557" cy="30198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D4D700F-FD79-A46E-A10F-8CF36C0599D3}"/>
                </a:ext>
              </a:extLst>
            </p:cNvPr>
            <p:cNvGrpSpPr/>
            <p:nvPr userDrawn="1"/>
          </p:nvGrpSpPr>
          <p:grpSpPr>
            <a:xfrm>
              <a:off x="-1671638" y="188201"/>
              <a:ext cx="1531557" cy="610705"/>
              <a:chOff x="-1671638" y="188201"/>
              <a:chExt cx="1531557" cy="610705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DE9E6647-83F1-0CCC-791B-CDB3827D8AC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798906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3CD56820-8A37-21F9-32EE-99E47B45E9B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188203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789994A-E755-E95A-225B-41F82EB3EDB1}"/>
                  </a:ext>
                </a:extLst>
              </p:cNvPr>
              <p:cNvSpPr/>
              <p:nvPr userDrawn="1"/>
            </p:nvSpPr>
            <p:spPr bwMode="gray">
              <a:xfrm>
                <a:off x="-1671638" y="188201"/>
                <a:ext cx="1531557" cy="34659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Title area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C09FE2B-FC77-FA9B-F590-BED7E3E6DEA7}"/>
                </a:ext>
              </a:extLst>
            </p:cNvPr>
            <p:cNvGrpSpPr/>
            <p:nvPr userDrawn="1"/>
          </p:nvGrpSpPr>
          <p:grpSpPr>
            <a:xfrm>
              <a:off x="-1671638" y="1405512"/>
              <a:ext cx="1531557" cy="1802493"/>
              <a:chOff x="-1671638" y="1405512"/>
              <a:chExt cx="1531557" cy="180249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28BB28A-F0FA-A508-899C-79962F2C2912}"/>
                  </a:ext>
                </a:extLst>
              </p:cNvPr>
              <p:cNvSpPr/>
              <p:nvPr userDrawn="1"/>
            </p:nvSpPr>
            <p:spPr bwMode="gray">
              <a:xfrm>
                <a:off x="-1671638" y="1405512"/>
                <a:ext cx="1531557" cy="1802493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0" bIns="108000" rtlCol="0" anchor="b" anchorCtr="0">
                <a:noAutofit/>
              </a:bodyPr>
              <a:lstStyle/>
              <a:p>
                <a:pPr algn="l"/>
                <a:r>
                  <a:rPr lang="en-US" sz="1200" b="1" dirty="0">
                    <a:solidFill>
                      <a:schemeClr val="tx1"/>
                    </a:solidFill>
                  </a:rPr>
                  <a:t>AkzoNobel Bullets</a:t>
                </a:r>
              </a:p>
              <a:p>
                <a:pPr algn="l"/>
                <a:r>
                  <a:rPr lang="en-US" sz="1200" b="0" dirty="0">
                    <a:solidFill>
                      <a:schemeClr val="tx1"/>
                    </a:solidFill>
                  </a:rPr>
                  <a:t>Only use the </a:t>
                </a:r>
                <a:r>
                  <a:rPr lang="en-US" sz="1200" b="0" u="sng" dirty="0">
                    <a:solidFill>
                      <a:schemeClr val="tx1"/>
                    </a:solidFill>
                  </a:rPr>
                  <a:t>List Level buttons</a:t>
                </a:r>
                <a:r>
                  <a:rPr lang="en-US" sz="1200" b="0" dirty="0">
                    <a:solidFill>
                      <a:schemeClr val="tx1"/>
                    </a:solidFill>
                  </a:rPr>
                  <a:t> to apply the</a:t>
                </a:r>
                <a:r>
                  <a:rPr lang="en-US" sz="1200" b="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b="0" i="0" u="none" baseline="0" dirty="0">
                    <a:solidFill>
                      <a:schemeClr val="tx1"/>
                    </a:solidFill>
                  </a:rPr>
                  <a:t>AkzoNobel Branded Bullets</a:t>
                </a:r>
                <a:endParaRPr lang="en-US" sz="1200" b="0" i="0" u="non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16B85D9-4B63-881F-60A7-6D14A48DEDD3}"/>
                  </a:ext>
                </a:extLst>
              </p:cNvPr>
              <p:cNvGrpSpPr/>
              <p:nvPr userDrawn="1"/>
            </p:nvGrpSpPr>
            <p:grpSpPr>
              <a:xfrm>
                <a:off x="-1573454" y="1531453"/>
                <a:ext cx="1335187" cy="795026"/>
                <a:chOff x="-1573454" y="1531453"/>
                <a:chExt cx="1335187" cy="795026"/>
              </a:xfrm>
            </p:grpSpPr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0E9BC7CD-71E6-D598-4773-9264B7199F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-1573454" y="1531453"/>
                  <a:ext cx="1335187" cy="795026"/>
                </a:xfrm>
                <a:custGeom>
                  <a:avLst/>
                  <a:gdLst>
                    <a:gd name="connsiteX0" fmla="*/ 0 w 2840306"/>
                    <a:gd name="connsiteY0" fmla="*/ 0 h 1691236"/>
                    <a:gd name="connsiteX1" fmla="*/ 2840306 w 2840306"/>
                    <a:gd name="connsiteY1" fmla="*/ 0 h 1691236"/>
                    <a:gd name="connsiteX2" fmla="*/ 2840306 w 2840306"/>
                    <a:gd name="connsiteY2" fmla="*/ 1691236 h 1691236"/>
                    <a:gd name="connsiteX3" fmla="*/ 0 w 2840306"/>
                    <a:gd name="connsiteY3" fmla="*/ 1691236 h 1691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40306" h="1691236">
                      <a:moveTo>
                        <a:pt x="0" y="0"/>
                      </a:moveTo>
                      <a:lnTo>
                        <a:pt x="2840306" y="0"/>
                      </a:lnTo>
                      <a:lnTo>
                        <a:pt x="2840306" y="1691236"/>
                      </a:lnTo>
                      <a:lnTo>
                        <a:pt x="0" y="1691236"/>
                      </a:lnTo>
                      <a:close/>
                    </a:path>
                  </a:pathLst>
                </a:custGeom>
              </p:spPr>
            </p:pic>
            <p:sp>
              <p:nvSpPr>
                <p:cNvPr id="49" name="Multiply 30">
                  <a:extLst>
                    <a:ext uri="{FF2B5EF4-FFF2-40B4-BE49-F238E27FC236}">
                      <a16:creationId xmlns:a16="http://schemas.microsoft.com/office/drawing/2014/main" id="{CDFD3EA3-B214-4D56-6D4C-13DD7F94829F}"/>
                    </a:ext>
                  </a:extLst>
                </p:cNvPr>
                <p:cNvSpPr/>
                <p:nvPr/>
              </p:nvSpPr>
              <p:spPr bwMode="gray">
                <a:xfrm>
                  <a:off x="-1571627" y="1551174"/>
                  <a:ext cx="245272" cy="245272"/>
                </a:xfrm>
                <a:prstGeom prst="mathMultiply">
                  <a:avLst>
                    <a:gd name="adj1" fmla="val 8315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l"/>
                  <a:endParaRPr lang="en-US" sz="3200" dirty="0" err="1"/>
                </a:p>
              </p:txBody>
            </p:sp>
          </p:grp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0BC68F5-04E1-1C1B-905A-FDD97FF8E349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1CCE42B-89FA-28A9-C919-B77753562539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C7BCF67-FE9C-352D-DE30-3FAC9CF5B03A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8CC353E2-24FE-005C-817C-EB46D1D8C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FD353DF-81E7-31E6-5632-5469AD54C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36D52998-FD7B-5AA7-1B71-8D7C8A6F4A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773CB34D-72A5-D75C-2756-A8E203E7F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0E998B9C-C274-3364-9EE6-C606073C4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E83E50F-0604-B80F-FD41-0D8881224B97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1AB355C-09E5-E136-A203-35B166D11BF4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71DAC9CE-18CE-D5F0-20C1-094D04C1FA20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C20D78A-B63B-736D-8097-330F35E95368}"/>
                </a:ext>
              </a:extLst>
            </p:cNvPr>
            <p:cNvCxnSpPr>
              <a:stCxn id="58" idx="0"/>
              <a:endCxn id="58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DA02A6F-BB4D-0A55-3700-EC0CA756906D}"/>
                </a:ext>
              </a:extLst>
            </p:cNvPr>
            <p:cNvCxnSpPr>
              <a:stCxn id="58" idx="3"/>
              <a:endCxn id="58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85C39BCA-932F-FFA0-2910-550A04DE1BC2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3AEAB3F-BC1C-53D4-88C7-702558CCA249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4654878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 with small image -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!!elementTop">
            <a:extLst>
              <a:ext uri="{FF2B5EF4-FFF2-40B4-BE49-F238E27FC236}">
                <a16:creationId xmlns:a16="http://schemas.microsoft.com/office/drawing/2014/main" id="{4E8E00B0-534F-FE2E-99C4-FCDB790B9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84415" y="-1"/>
            <a:ext cx="3707585" cy="2829833"/>
          </a:xfrm>
          <a:prstGeom prst="rect">
            <a:avLst/>
          </a:prstGeom>
        </p:spPr>
      </p:pic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00542843-B65D-103F-DB89-6B0161B97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57600" y="1518558"/>
            <a:ext cx="5834400" cy="3811599"/>
          </a:xfrm>
          <a:custGeom>
            <a:avLst/>
            <a:gdLst>
              <a:gd name="connsiteX0" fmla="*/ 1494839 w 5834400"/>
              <a:gd name="connsiteY0" fmla="*/ 0 h 3811599"/>
              <a:gd name="connsiteX1" fmla="*/ 5834400 w 5834400"/>
              <a:gd name="connsiteY1" fmla="*/ 0 h 3811599"/>
              <a:gd name="connsiteX2" fmla="*/ 5834400 w 5834400"/>
              <a:gd name="connsiteY2" fmla="*/ 2866047 h 3811599"/>
              <a:gd name="connsiteX3" fmla="*/ 5539544 w 5834400"/>
              <a:gd name="connsiteY3" fmla="*/ 3676130 h 3811599"/>
              <a:gd name="connsiteX4" fmla="*/ 5346117 w 5834400"/>
              <a:gd name="connsiteY4" fmla="*/ 3811599 h 3811599"/>
              <a:gd name="connsiteX5" fmla="*/ 85822 w 5834400"/>
              <a:gd name="connsiteY5" fmla="*/ 3811599 h 3811599"/>
              <a:gd name="connsiteX6" fmla="*/ 5254 w 5834400"/>
              <a:gd name="connsiteY6" fmla="*/ 3696511 h 3811599"/>
              <a:gd name="connsiteX7" fmla="*/ 19138 w 5834400"/>
              <a:gd name="connsiteY7" fmla="*/ 3658424 h 3811599"/>
              <a:gd name="connsiteX8" fmla="*/ 1301412 w 5834400"/>
              <a:gd name="connsiteY8" fmla="*/ 135405 h 3811599"/>
              <a:gd name="connsiteX9" fmla="*/ 1494839 w 5834400"/>
              <a:gd name="connsiteY9" fmla="*/ 0 h 3811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34400" h="3811599">
                <a:moveTo>
                  <a:pt x="1494839" y="0"/>
                </a:moveTo>
                <a:lnTo>
                  <a:pt x="5834400" y="0"/>
                </a:lnTo>
                <a:lnTo>
                  <a:pt x="5834400" y="2866047"/>
                </a:lnTo>
                <a:lnTo>
                  <a:pt x="5539544" y="3676130"/>
                </a:lnTo>
                <a:cubicBezTo>
                  <a:pt x="5509928" y="3757462"/>
                  <a:pt x="5432672" y="3811599"/>
                  <a:pt x="5346117" y="3811599"/>
                </a:cubicBezTo>
                <a:lnTo>
                  <a:pt x="85822" y="3811599"/>
                </a:lnTo>
                <a:cubicBezTo>
                  <a:pt x="26335" y="3811599"/>
                  <a:pt x="-15127" y="3752431"/>
                  <a:pt x="5254" y="3696511"/>
                </a:cubicBezTo>
                <a:lnTo>
                  <a:pt x="19138" y="3658424"/>
                </a:lnTo>
                <a:lnTo>
                  <a:pt x="1301412" y="135405"/>
                </a:lnTo>
                <a:cubicBezTo>
                  <a:pt x="1331028" y="54137"/>
                  <a:pt x="1408284" y="0"/>
                  <a:pt x="1494839" y="0"/>
                </a:cubicBezTo>
                <a:close/>
              </a:path>
            </a:pathLst>
          </a:custGeom>
          <a:solidFill>
            <a:srgbClr val="CBCBCB"/>
          </a:solidFill>
        </p:spPr>
        <p:txBody>
          <a:bodyPr wrap="square" lIns="1440000" tIns="180000" rIns="360000" bIns="360000">
            <a:noAutofit/>
          </a:bodyPr>
          <a:lstStyle>
            <a:lvl1pPr marL="0" indent="0" algn="l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3" name="elementDetail">
            <a:extLst>
              <a:ext uri="{FF2B5EF4-FFF2-40B4-BE49-F238E27FC236}">
                <a16:creationId xmlns:a16="http://schemas.microsoft.com/office/drawing/2014/main" id="{483DA2E9-71D3-8D85-B023-42DA70878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7600" y="3528000"/>
            <a:ext cx="5853453" cy="1807200"/>
          </a:xfrm>
          <a:custGeom>
            <a:avLst/>
            <a:gdLst>
              <a:gd name="connsiteX0" fmla="*/ 5906505 w 6115178"/>
              <a:gd name="connsiteY0" fmla="*/ 0 h 1901156"/>
              <a:gd name="connsiteX1" fmla="*/ 6115178 w 6115178"/>
              <a:gd name="connsiteY1" fmla="*/ 0 h 1901156"/>
              <a:gd name="connsiteX2" fmla="*/ 6115178 w 6115178"/>
              <a:gd name="connsiteY2" fmla="*/ 1901156 h 1901156"/>
              <a:gd name="connsiteX3" fmla="*/ 0 w 6115178"/>
              <a:gd name="connsiteY3" fmla="*/ 1901156 h 1901156"/>
              <a:gd name="connsiteX4" fmla="*/ 0 w 6115178"/>
              <a:gd name="connsiteY4" fmla="*/ 1683914 h 1901156"/>
              <a:gd name="connsiteX5" fmla="*/ 5305920 w 6115178"/>
              <a:gd name="connsiteY5" fmla="*/ 1683914 h 1901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178" h="1901156">
                <a:moveTo>
                  <a:pt x="5906505" y="0"/>
                </a:moveTo>
                <a:lnTo>
                  <a:pt x="6115178" y="0"/>
                </a:lnTo>
                <a:lnTo>
                  <a:pt x="6115178" y="1901156"/>
                </a:lnTo>
                <a:lnTo>
                  <a:pt x="0" y="1901156"/>
                </a:lnTo>
                <a:lnTo>
                  <a:pt x="0" y="1683914"/>
                </a:lnTo>
                <a:lnTo>
                  <a:pt x="5305920" y="1683914"/>
                </a:ln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b" anchorCtr="0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 bwMode="gray">
          <a:xfrm>
            <a:off x="480001" y="1665288"/>
            <a:ext cx="4860000" cy="4392611"/>
          </a:xfrm>
        </p:spPr>
        <p:txBody>
          <a:bodyPr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08515DF-7BB9-A20A-CBB1-0EE8DD7DC66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8000" y="6534843"/>
            <a:ext cx="5688000" cy="184666"/>
          </a:xfrm>
        </p:spPr>
        <p:txBody>
          <a:bodyPr/>
          <a:lstStyle/>
          <a:p>
            <a:pPr>
              <a:buFont typeface="Arial" panose="020B0604020202020204" pitchFamily="34" charset="0"/>
              <a:buChar char="/"/>
            </a:pPr>
            <a:r>
              <a:rPr lang="en-US"/>
              <a:t>Footer in Arial Regular 10 pt</a:t>
            </a:r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074184F-851E-9A8E-B057-763FCD42D88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20385" y="6534843"/>
            <a:ext cx="287616" cy="184666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8" name="Source Placeholder 4">
            <a:extLst>
              <a:ext uri="{FF2B5EF4-FFF2-40B4-BE49-F238E27FC236}">
                <a16:creationId xmlns:a16="http://schemas.microsoft.com/office/drawing/2014/main" id="{65DACBB3-C425-42D9-2853-2088B65E82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80001" y="6057900"/>
            <a:ext cx="4860000" cy="216000"/>
          </a:xfrm>
        </p:spPr>
        <p:txBody>
          <a:bodyPr wrap="square" tIns="36000" bIns="36000" anchor="b" anchorCtr="0">
            <a:spAutoFit/>
          </a:bodyPr>
          <a:lstStyle>
            <a:lvl1pPr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tabLst>
                <a:tab pos="241294" algn="l"/>
              </a:tabLst>
              <a:defRPr sz="1200" b="0">
                <a:solidFill>
                  <a:srgbClr val="0000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Click to edit Source text styles Arial Regular 10pt</a:t>
            </a:r>
          </a:p>
        </p:txBody>
      </p:sp>
      <p:sp>
        <p:nvSpPr>
          <p:cNvPr id="10" name="!!elementBottom">
            <a:extLst>
              <a:ext uri="{FF2B5EF4-FFF2-40B4-BE49-F238E27FC236}">
                <a16:creationId xmlns:a16="http://schemas.microsoft.com/office/drawing/2014/main" id="{43CA23A4-B8E7-03BA-6C5B-8913A920D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3250" y="4393900"/>
            <a:ext cx="4008750" cy="1980000"/>
          </a:xfrm>
          <a:prstGeom prst="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50000" sy="50000" flip="none" algn="tl"/>
          </a:blip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00EFE9-AF58-6B05-054D-BEE5F7ECB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383226" y="451048"/>
            <a:ext cx="2042076" cy="814273"/>
            <a:chOff x="-1671638" y="188201"/>
            <a:chExt cx="1531557" cy="61070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E723330-00FE-E562-453E-21FD3A12E1D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798906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972B91-8685-9934-8726-BA0CB387407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188203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5438D28-07B3-320D-B3FD-15FDE7CC7A41}"/>
                </a:ext>
              </a:extLst>
            </p:cNvPr>
            <p:cNvSpPr/>
            <p:nvPr userDrawn="1"/>
          </p:nvSpPr>
          <p:spPr bwMode="gray">
            <a:xfrm>
              <a:off x="-1671638" y="188201"/>
              <a:ext cx="1531557" cy="34659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Title area</a:t>
              </a:r>
            </a:p>
          </p:txBody>
        </p:sp>
      </p:grpSp>
      <p:grpSp>
        <p:nvGrpSpPr>
          <p:cNvPr id="29" name="marker">
            <a:extLst>
              <a:ext uri="{FF2B5EF4-FFF2-40B4-BE49-F238E27FC236}">
                <a16:creationId xmlns:a16="http://schemas.microsoft.com/office/drawing/2014/main" id="{E1CFCACB-9DF3-7972-ADA3-2EE646BD7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40001" y="-360000"/>
            <a:ext cx="0" cy="7541766"/>
            <a:chOff x="480000" y="-360000"/>
            <a:chExt cx="0" cy="7541766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D454B6B-846D-FA16-9D95-AB1763493C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A5B611B-7A56-EAC3-E683-84003230EDD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itle 27">
            <a:extLst>
              <a:ext uri="{FF2B5EF4-FFF2-40B4-BE49-F238E27FC236}">
                <a16:creationId xmlns:a16="http://schemas.microsoft.com/office/drawing/2014/main" id="{EF4C6D8F-F99D-7CE9-1F8F-C8ECB38E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446285"/>
            <a:ext cx="4859998" cy="864000"/>
          </a:xfrm>
        </p:spPr>
        <p:txBody>
          <a:bodyPr/>
          <a:lstStyle/>
          <a:p>
            <a:r>
              <a:rPr lang="zh-CN" altLang="en-US" noProof="0"/>
              <a:t>单击此处编辑母版标题样式</a:t>
            </a:r>
            <a:endParaRPr lang="en-US" noProof="0" dirty="0"/>
          </a:p>
        </p:txBody>
      </p:sp>
      <p:grpSp>
        <p:nvGrpSpPr>
          <p:cNvPr id="6" name="NFO">
            <a:extLst>
              <a:ext uri="{FF2B5EF4-FFF2-40B4-BE49-F238E27FC236}">
                <a16:creationId xmlns:a16="http://schemas.microsoft.com/office/drawing/2014/main" id="{57DD8BA4-CA7D-E852-324C-D9ADA53C2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233302" y="451048"/>
            <a:ext cx="2042076" cy="4026403"/>
            <a:chOff x="-1671638" y="188201"/>
            <a:chExt cx="1531557" cy="30198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5A85AF0-DECA-DA57-9990-FF09B24BDFA5}"/>
                </a:ext>
              </a:extLst>
            </p:cNvPr>
            <p:cNvGrpSpPr/>
            <p:nvPr userDrawn="1"/>
          </p:nvGrpSpPr>
          <p:grpSpPr>
            <a:xfrm>
              <a:off x="-1671638" y="188201"/>
              <a:ext cx="1531557" cy="610705"/>
              <a:chOff x="-1671638" y="188201"/>
              <a:chExt cx="1531557" cy="610705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EC1AD75-6CA7-DBCC-5960-D75AEECCC4D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798906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765587A-77F9-F8BB-1DC2-FCFEBAC32AF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188203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EC654CE-251D-243C-F372-1F77F59AA44B}"/>
                  </a:ext>
                </a:extLst>
              </p:cNvPr>
              <p:cNvSpPr/>
              <p:nvPr userDrawn="1"/>
            </p:nvSpPr>
            <p:spPr bwMode="gray">
              <a:xfrm>
                <a:off x="-1671638" y="188201"/>
                <a:ext cx="1531557" cy="34659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Title area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861AEC4-A10C-7636-183E-D158E738708B}"/>
                </a:ext>
              </a:extLst>
            </p:cNvPr>
            <p:cNvGrpSpPr/>
            <p:nvPr userDrawn="1"/>
          </p:nvGrpSpPr>
          <p:grpSpPr>
            <a:xfrm>
              <a:off x="-1671638" y="1405512"/>
              <a:ext cx="1531557" cy="1802493"/>
              <a:chOff x="-1671638" y="1405512"/>
              <a:chExt cx="1531557" cy="180249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5D753D0-2496-38F7-20E1-1EBAC83F6EFA}"/>
                  </a:ext>
                </a:extLst>
              </p:cNvPr>
              <p:cNvSpPr/>
              <p:nvPr userDrawn="1"/>
            </p:nvSpPr>
            <p:spPr bwMode="gray">
              <a:xfrm>
                <a:off x="-1671638" y="1405512"/>
                <a:ext cx="1531557" cy="1802493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0" bIns="108000" rtlCol="0" anchor="b" anchorCtr="0">
                <a:noAutofit/>
              </a:bodyPr>
              <a:lstStyle/>
              <a:p>
                <a:pPr algn="l"/>
                <a:r>
                  <a:rPr lang="en-US" sz="1200" b="1" dirty="0">
                    <a:solidFill>
                      <a:schemeClr val="tx1"/>
                    </a:solidFill>
                  </a:rPr>
                  <a:t>AkzoNobel Bullets</a:t>
                </a:r>
              </a:p>
              <a:p>
                <a:pPr algn="l"/>
                <a:r>
                  <a:rPr lang="en-US" sz="1200" b="0" dirty="0">
                    <a:solidFill>
                      <a:schemeClr val="tx1"/>
                    </a:solidFill>
                  </a:rPr>
                  <a:t>Only use the </a:t>
                </a:r>
                <a:r>
                  <a:rPr lang="en-US" sz="1200" b="0" u="sng" dirty="0">
                    <a:solidFill>
                      <a:schemeClr val="tx1"/>
                    </a:solidFill>
                  </a:rPr>
                  <a:t>List Level buttons</a:t>
                </a:r>
                <a:r>
                  <a:rPr lang="en-US" sz="1200" b="0" dirty="0">
                    <a:solidFill>
                      <a:schemeClr val="tx1"/>
                    </a:solidFill>
                  </a:rPr>
                  <a:t> to apply the</a:t>
                </a:r>
                <a:r>
                  <a:rPr lang="en-US" sz="1200" b="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b="0" i="0" u="none" baseline="0" dirty="0">
                    <a:solidFill>
                      <a:schemeClr val="tx1"/>
                    </a:solidFill>
                  </a:rPr>
                  <a:t>AkzoNobel Branded Bullets</a:t>
                </a:r>
                <a:endParaRPr lang="en-US" sz="1200" b="0" i="0" u="non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1F357412-C399-8003-367C-886E2B27D7E2}"/>
                  </a:ext>
                </a:extLst>
              </p:cNvPr>
              <p:cNvGrpSpPr/>
              <p:nvPr userDrawn="1"/>
            </p:nvGrpSpPr>
            <p:grpSpPr>
              <a:xfrm>
                <a:off x="-1573454" y="1531453"/>
                <a:ext cx="1335187" cy="795026"/>
                <a:chOff x="-1573454" y="1531453"/>
                <a:chExt cx="1335187" cy="795026"/>
              </a:xfrm>
            </p:grpSpPr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35A287EF-E5C9-CF37-2E21-D55DF1E9E7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-1573454" y="1531453"/>
                  <a:ext cx="1335187" cy="795026"/>
                </a:xfrm>
                <a:custGeom>
                  <a:avLst/>
                  <a:gdLst>
                    <a:gd name="connsiteX0" fmla="*/ 0 w 2840306"/>
                    <a:gd name="connsiteY0" fmla="*/ 0 h 1691236"/>
                    <a:gd name="connsiteX1" fmla="*/ 2840306 w 2840306"/>
                    <a:gd name="connsiteY1" fmla="*/ 0 h 1691236"/>
                    <a:gd name="connsiteX2" fmla="*/ 2840306 w 2840306"/>
                    <a:gd name="connsiteY2" fmla="*/ 1691236 h 1691236"/>
                    <a:gd name="connsiteX3" fmla="*/ 0 w 2840306"/>
                    <a:gd name="connsiteY3" fmla="*/ 1691236 h 1691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40306" h="1691236">
                      <a:moveTo>
                        <a:pt x="0" y="0"/>
                      </a:moveTo>
                      <a:lnTo>
                        <a:pt x="2840306" y="0"/>
                      </a:lnTo>
                      <a:lnTo>
                        <a:pt x="2840306" y="1691236"/>
                      </a:lnTo>
                      <a:lnTo>
                        <a:pt x="0" y="1691236"/>
                      </a:lnTo>
                      <a:close/>
                    </a:path>
                  </a:pathLst>
                </a:custGeom>
              </p:spPr>
            </p:pic>
            <p:sp>
              <p:nvSpPr>
                <p:cNvPr id="49" name="Multiply 30">
                  <a:extLst>
                    <a:ext uri="{FF2B5EF4-FFF2-40B4-BE49-F238E27FC236}">
                      <a16:creationId xmlns:a16="http://schemas.microsoft.com/office/drawing/2014/main" id="{317B9177-D64E-5EC8-DD3C-19E43845F136}"/>
                    </a:ext>
                  </a:extLst>
                </p:cNvPr>
                <p:cNvSpPr/>
                <p:nvPr/>
              </p:nvSpPr>
              <p:spPr bwMode="gray">
                <a:xfrm>
                  <a:off x="-1571627" y="1551174"/>
                  <a:ext cx="245272" cy="245272"/>
                </a:xfrm>
                <a:prstGeom prst="mathMultiply">
                  <a:avLst>
                    <a:gd name="adj1" fmla="val 8315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l"/>
                  <a:endParaRPr lang="en-US" sz="3200" dirty="0" err="1"/>
                </a:p>
              </p:txBody>
            </p:sp>
          </p:grp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54253ED-430E-9780-880A-89E53E76B344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869F035-8497-E570-8E5E-F0D40C81F25A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99A3984-4813-D7DD-581C-8E4A56B50CEE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85E3C7EA-B165-6C6E-A3A3-1AFE0601A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055104A9-A187-99A6-629B-901CAB519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47B7DD4D-EB35-4393-4CCD-2888A459A8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B7356184-C4A7-3AD6-D059-5CD25DBF4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83A04D32-56B6-D0CC-9FAF-6A4C0B2FB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A929C2F-C51F-D05B-C08A-68B1EF185CC2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90D085E-13AF-A3BF-FC94-BC4F4402B487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19F1658-ACC9-E378-F3B4-463F52F6007D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36B8B30-AC0E-9AD1-6BE7-A2B7E914B99E}"/>
                </a:ext>
              </a:extLst>
            </p:cNvPr>
            <p:cNvCxnSpPr>
              <a:stCxn id="58" idx="0"/>
              <a:endCxn id="58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18F0E4A-5499-74A8-C0F9-7BF27702D875}"/>
                </a:ext>
              </a:extLst>
            </p:cNvPr>
            <p:cNvCxnSpPr>
              <a:stCxn id="58" idx="3"/>
              <a:endCxn id="58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9366630-1E18-1D9A-6BBD-5AC608EA3707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A66AB58-9E1F-4463-C154-5059D7F55153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2655224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image slide – gradient logo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024155"/>
              </p:ext>
            </p:extLst>
          </p:nvPr>
        </p:nvGraphicFramePr>
        <p:xfrm>
          <a:off x="2117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4" name="Object 2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" y="2118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!!logo">
            <a:extLst>
              <a:ext uri="{FF2B5EF4-FFF2-40B4-BE49-F238E27FC236}">
                <a16:creationId xmlns:a16="http://schemas.microsoft.com/office/drawing/2014/main" id="{0C28B1F5-09E2-5A08-D9E2-A60DCA263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9" r="19"/>
          <a:stretch/>
        </p:blipFill>
        <p:spPr>
          <a:xfrm>
            <a:off x="9249222" y="192769"/>
            <a:ext cx="2752821" cy="900000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BF8B0A-1941-C63D-CFE2-2E4C22E1183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2" y="-598"/>
            <a:ext cx="12191997" cy="6859199"/>
          </a:xfrm>
          <a:custGeom>
            <a:avLst/>
            <a:gdLst>
              <a:gd name="connsiteX0" fmla="*/ 11227604 w 12191997"/>
              <a:gd name="connsiteY0" fmla="*/ 613830 h 6859199"/>
              <a:gd name="connsiteX1" fmla="*/ 11279142 w 12191997"/>
              <a:gd name="connsiteY1" fmla="*/ 676983 h 6859199"/>
              <a:gd name="connsiteX2" fmla="*/ 11222604 w 12191997"/>
              <a:gd name="connsiteY2" fmla="*/ 759291 h 6859199"/>
              <a:gd name="connsiteX3" fmla="*/ 11210834 w 12191997"/>
              <a:gd name="connsiteY3" fmla="*/ 759291 h 6859199"/>
              <a:gd name="connsiteX4" fmla="*/ 11210834 w 12191997"/>
              <a:gd name="connsiteY4" fmla="*/ 614753 h 6859199"/>
              <a:gd name="connsiteX5" fmla="*/ 11227604 w 12191997"/>
              <a:gd name="connsiteY5" fmla="*/ 613830 h 6859199"/>
              <a:gd name="connsiteX6" fmla="*/ 10424373 w 12191997"/>
              <a:gd name="connsiteY6" fmla="*/ 607523 h 6859199"/>
              <a:gd name="connsiteX7" fmla="*/ 10459065 w 12191997"/>
              <a:gd name="connsiteY7" fmla="*/ 687215 h 6859199"/>
              <a:gd name="connsiteX8" fmla="*/ 10424373 w 12191997"/>
              <a:gd name="connsiteY8" fmla="*/ 760599 h 6859199"/>
              <a:gd name="connsiteX9" fmla="*/ 10388604 w 12191997"/>
              <a:gd name="connsiteY9" fmla="*/ 683138 h 6859199"/>
              <a:gd name="connsiteX10" fmla="*/ 10424373 w 12191997"/>
              <a:gd name="connsiteY10" fmla="*/ 607523 h 6859199"/>
              <a:gd name="connsiteX11" fmla="*/ 10982758 w 12191997"/>
              <a:gd name="connsiteY11" fmla="*/ 607522 h 6859199"/>
              <a:gd name="connsiteX12" fmla="*/ 11017527 w 12191997"/>
              <a:gd name="connsiteY12" fmla="*/ 687291 h 6859199"/>
              <a:gd name="connsiteX13" fmla="*/ 10982758 w 12191997"/>
              <a:gd name="connsiteY13" fmla="*/ 760598 h 6859199"/>
              <a:gd name="connsiteX14" fmla="*/ 10946989 w 12191997"/>
              <a:gd name="connsiteY14" fmla="*/ 683137 h 6859199"/>
              <a:gd name="connsiteX15" fmla="*/ 10982758 w 12191997"/>
              <a:gd name="connsiteY15" fmla="*/ 607522 h 6859199"/>
              <a:gd name="connsiteX16" fmla="*/ 11500527 w 12191997"/>
              <a:gd name="connsiteY16" fmla="*/ 604367 h 6859199"/>
              <a:gd name="connsiteX17" fmla="*/ 11536220 w 12191997"/>
              <a:gd name="connsiteY17" fmla="*/ 657983 h 6859199"/>
              <a:gd name="connsiteX18" fmla="*/ 11463527 w 12191997"/>
              <a:gd name="connsiteY18" fmla="*/ 657983 h 6859199"/>
              <a:gd name="connsiteX19" fmla="*/ 11500527 w 12191997"/>
              <a:gd name="connsiteY19" fmla="*/ 604367 h 6859199"/>
              <a:gd name="connsiteX20" fmla="*/ 10100450 w 12191997"/>
              <a:gd name="connsiteY20" fmla="*/ 572907 h 6859199"/>
              <a:gd name="connsiteX21" fmla="*/ 10100450 w 12191997"/>
              <a:gd name="connsiteY21" fmla="*/ 609753 h 6859199"/>
              <a:gd name="connsiteX22" fmla="*/ 10185604 w 12191997"/>
              <a:gd name="connsiteY22" fmla="*/ 609753 h 6859199"/>
              <a:gd name="connsiteX23" fmla="*/ 10104527 w 12191997"/>
              <a:gd name="connsiteY23" fmla="*/ 763676 h 6859199"/>
              <a:gd name="connsiteX24" fmla="*/ 10098989 w 12191997"/>
              <a:gd name="connsiteY24" fmla="*/ 796676 h 6859199"/>
              <a:gd name="connsiteX25" fmla="*/ 10267989 w 12191997"/>
              <a:gd name="connsiteY25" fmla="*/ 796676 h 6859199"/>
              <a:gd name="connsiteX26" fmla="*/ 10292835 w 12191997"/>
              <a:gd name="connsiteY26" fmla="*/ 770061 h 6859199"/>
              <a:gd name="connsiteX27" fmla="*/ 10292835 w 12191997"/>
              <a:gd name="connsiteY27" fmla="*/ 756599 h 6859199"/>
              <a:gd name="connsiteX28" fmla="*/ 10249450 w 12191997"/>
              <a:gd name="connsiteY28" fmla="*/ 759292 h 6859199"/>
              <a:gd name="connsiteX29" fmla="*/ 10193835 w 12191997"/>
              <a:gd name="connsiteY29" fmla="*/ 759292 h 6859199"/>
              <a:gd name="connsiteX30" fmla="*/ 10290604 w 12191997"/>
              <a:gd name="connsiteY30" fmla="*/ 572907 h 6859199"/>
              <a:gd name="connsiteX31" fmla="*/ 10013142 w 12191997"/>
              <a:gd name="connsiteY31" fmla="*/ 572907 h 6859199"/>
              <a:gd name="connsiteX32" fmla="*/ 9930527 w 12191997"/>
              <a:gd name="connsiteY32" fmla="*/ 677753 h 6859199"/>
              <a:gd name="connsiteX33" fmla="*/ 9974296 w 12191997"/>
              <a:gd name="connsiteY33" fmla="*/ 761984 h 6859199"/>
              <a:gd name="connsiteX34" fmla="*/ 10019527 w 12191997"/>
              <a:gd name="connsiteY34" fmla="*/ 796676 h 6859199"/>
              <a:gd name="connsiteX35" fmla="*/ 10081835 w 12191997"/>
              <a:gd name="connsiteY35" fmla="*/ 796676 h 6859199"/>
              <a:gd name="connsiteX36" fmla="*/ 10068758 w 12191997"/>
              <a:gd name="connsiteY36" fmla="*/ 776830 h 6859199"/>
              <a:gd name="connsiteX37" fmla="*/ 10004989 w 12191997"/>
              <a:gd name="connsiteY37" fmla="*/ 659599 h 6859199"/>
              <a:gd name="connsiteX38" fmla="*/ 10079527 w 12191997"/>
              <a:gd name="connsiteY38" fmla="*/ 572907 h 6859199"/>
              <a:gd name="connsiteX39" fmla="*/ 9663450 w 12191997"/>
              <a:gd name="connsiteY39" fmla="*/ 568599 h 6859199"/>
              <a:gd name="connsiteX40" fmla="*/ 9702142 w 12191997"/>
              <a:gd name="connsiteY40" fmla="*/ 689907 h 6859199"/>
              <a:gd name="connsiteX41" fmla="*/ 9621912 w 12191997"/>
              <a:gd name="connsiteY41" fmla="*/ 689907 h 6859199"/>
              <a:gd name="connsiteX42" fmla="*/ 11501373 w 12191997"/>
              <a:gd name="connsiteY42" fmla="*/ 567521 h 6859199"/>
              <a:gd name="connsiteX43" fmla="*/ 11385681 w 12191997"/>
              <a:gd name="connsiteY43" fmla="*/ 685367 h 6859199"/>
              <a:gd name="connsiteX44" fmla="*/ 11498604 w 12191997"/>
              <a:gd name="connsiteY44" fmla="*/ 801983 h 6859199"/>
              <a:gd name="connsiteX45" fmla="*/ 11595296 w 12191997"/>
              <a:gd name="connsiteY45" fmla="*/ 730444 h 6859199"/>
              <a:gd name="connsiteX46" fmla="*/ 11531527 w 12191997"/>
              <a:gd name="connsiteY46" fmla="*/ 747521 h 6859199"/>
              <a:gd name="connsiteX47" fmla="*/ 11463373 w 12191997"/>
              <a:gd name="connsiteY47" fmla="*/ 688983 h 6859199"/>
              <a:gd name="connsiteX48" fmla="*/ 11606220 w 12191997"/>
              <a:gd name="connsiteY48" fmla="*/ 688983 h 6859199"/>
              <a:gd name="connsiteX49" fmla="*/ 11607989 w 12191997"/>
              <a:gd name="connsiteY49" fmla="*/ 662906 h 6859199"/>
              <a:gd name="connsiteX50" fmla="*/ 11501373 w 12191997"/>
              <a:gd name="connsiteY50" fmla="*/ 567521 h 6859199"/>
              <a:gd name="connsiteX51" fmla="*/ 10424758 w 12191997"/>
              <a:gd name="connsiteY51" fmla="*/ 567061 h 6859199"/>
              <a:gd name="connsiteX52" fmla="*/ 10305450 w 12191997"/>
              <a:gd name="connsiteY52" fmla="*/ 690446 h 6859199"/>
              <a:gd name="connsiteX53" fmla="*/ 10423450 w 12191997"/>
              <a:gd name="connsiteY53" fmla="*/ 801984 h 6859199"/>
              <a:gd name="connsiteX54" fmla="*/ 10542219 w 12191997"/>
              <a:gd name="connsiteY54" fmla="*/ 679984 h 6859199"/>
              <a:gd name="connsiteX55" fmla="*/ 10424758 w 12191997"/>
              <a:gd name="connsiteY55" fmla="*/ 567061 h 6859199"/>
              <a:gd name="connsiteX56" fmla="*/ 10983143 w 12191997"/>
              <a:gd name="connsiteY56" fmla="*/ 567060 h 6859199"/>
              <a:gd name="connsiteX57" fmla="*/ 10863912 w 12191997"/>
              <a:gd name="connsiteY57" fmla="*/ 690445 h 6859199"/>
              <a:gd name="connsiteX58" fmla="*/ 10981835 w 12191997"/>
              <a:gd name="connsiteY58" fmla="*/ 801983 h 6859199"/>
              <a:gd name="connsiteX59" fmla="*/ 11100681 w 12191997"/>
              <a:gd name="connsiteY59" fmla="*/ 679983 h 6859199"/>
              <a:gd name="connsiteX60" fmla="*/ 10983143 w 12191997"/>
              <a:gd name="connsiteY60" fmla="*/ 567060 h 6859199"/>
              <a:gd name="connsiteX61" fmla="*/ 9644066 w 12191997"/>
              <a:gd name="connsiteY61" fmla="*/ 506676 h 6859199"/>
              <a:gd name="connsiteX62" fmla="*/ 9536604 w 12191997"/>
              <a:gd name="connsiteY62" fmla="*/ 796676 h 6859199"/>
              <a:gd name="connsiteX63" fmla="*/ 9585373 w 12191997"/>
              <a:gd name="connsiteY63" fmla="*/ 796676 h 6859199"/>
              <a:gd name="connsiteX64" fmla="*/ 9609912 w 12191997"/>
              <a:gd name="connsiteY64" fmla="*/ 725061 h 6859199"/>
              <a:gd name="connsiteX65" fmla="*/ 9713373 w 12191997"/>
              <a:gd name="connsiteY65" fmla="*/ 725061 h 6859199"/>
              <a:gd name="connsiteX66" fmla="*/ 9728142 w 12191997"/>
              <a:gd name="connsiteY66" fmla="*/ 771445 h 6859199"/>
              <a:gd name="connsiteX67" fmla="*/ 9758912 w 12191997"/>
              <a:gd name="connsiteY67" fmla="*/ 796215 h 6859199"/>
              <a:gd name="connsiteX68" fmla="*/ 9823989 w 12191997"/>
              <a:gd name="connsiteY68" fmla="*/ 796215 h 6859199"/>
              <a:gd name="connsiteX69" fmla="*/ 9814373 w 12191997"/>
              <a:gd name="connsiteY69" fmla="*/ 776368 h 6859199"/>
              <a:gd name="connsiteX70" fmla="*/ 9737142 w 12191997"/>
              <a:gd name="connsiteY70" fmla="*/ 546753 h 6859199"/>
              <a:gd name="connsiteX71" fmla="*/ 9680681 w 12191997"/>
              <a:gd name="connsiteY71" fmla="*/ 506676 h 6859199"/>
              <a:gd name="connsiteX72" fmla="*/ 10576989 w 12191997"/>
              <a:gd name="connsiteY72" fmla="*/ 505906 h 6859199"/>
              <a:gd name="connsiteX73" fmla="*/ 10576989 w 12191997"/>
              <a:gd name="connsiteY73" fmla="*/ 796675 h 6859199"/>
              <a:gd name="connsiteX74" fmla="*/ 10625297 w 12191997"/>
              <a:gd name="connsiteY74" fmla="*/ 796675 h 6859199"/>
              <a:gd name="connsiteX75" fmla="*/ 10625297 w 12191997"/>
              <a:gd name="connsiteY75" fmla="*/ 611830 h 6859199"/>
              <a:gd name="connsiteX76" fmla="*/ 10748297 w 12191997"/>
              <a:gd name="connsiteY76" fmla="*/ 759292 h 6859199"/>
              <a:gd name="connsiteX77" fmla="*/ 10795297 w 12191997"/>
              <a:gd name="connsiteY77" fmla="*/ 796675 h 6859199"/>
              <a:gd name="connsiteX78" fmla="*/ 10830528 w 12191997"/>
              <a:gd name="connsiteY78" fmla="*/ 796675 h 6859199"/>
              <a:gd name="connsiteX79" fmla="*/ 10830528 w 12191997"/>
              <a:gd name="connsiteY79" fmla="*/ 531061 h 6859199"/>
              <a:gd name="connsiteX80" fmla="*/ 10804374 w 12191997"/>
              <a:gd name="connsiteY80" fmla="*/ 505906 h 6859199"/>
              <a:gd name="connsiteX81" fmla="*/ 10783066 w 12191997"/>
              <a:gd name="connsiteY81" fmla="*/ 505906 h 6859199"/>
              <a:gd name="connsiteX82" fmla="*/ 10783066 w 12191997"/>
              <a:gd name="connsiteY82" fmla="*/ 680753 h 6859199"/>
              <a:gd name="connsiteX83" fmla="*/ 10664912 w 12191997"/>
              <a:gd name="connsiteY83" fmla="*/ 540061 h 6859199"/>
              <a:gd name="connsiteX84" fmla="*/ 10612527 w 12191997"/>
              <a:gd name="connsiteY84" fmla="*/ 505906 h 6859199"/>
              <a:gd name="connsiteX85" fmla="*/ 11640219 w 12191997"/>
              <a:gd name="connsiteY85" fmla="*/ 483368 h 6859199"/>
              <a:gd name="connsiteX86" fmla="*/ 11640219 w 12191997"/>
              <a:gd name="connsiteY86" fmla="*/ 796676 h 6859199"/>
              <a:gd name="connsiteX87" fmla="*/ 11717065 w 12191997"/>
              <a:gd name="connsiteY87" fmla="*/ 796676 h 6859199"/>
              <a:gd name="connsiteX88" fmla="*/ 11717065 w 12191997"/>
              <a:gd name="connsiteY88" fmla="*/ 529214 h 6859199"/>
              <a:gd name="connsiteX89" fmla="*/ 11668758 w 12191997"/>
              <a:gd name="connsiteY89" fmla="*/ 483368 h 6859199"/>
              <a:gd name="connsiteX90" fmla="*/ 11134142 w 12191997"/>
              <a:gd name="connsiteY90" fmla="*/ 483368 h 6859199"/>
              <a:gd name="connsiteX91" fmla="*/ 11134142 w 12191997"/>
              <a:gd name="connsiteY91" fmla="*/ 796676 h 6859199"/>
              <a:gd name="connsiteX92" fmla="*/ 11224450 w 12191997"/>
              <a:gd name="connsiteY92" fmla="*/ 796676 h 6859199"/>
              <a:gd name="connsiteX93" fmla="*/ 11358604 w 12191997"/>
              <a:gd name="connsiteY93" fmla="*/ 667830 h 6859199"/>
              <a:gd name="connsiteX94" fmla="*/ 11269681 w 12191997"/>
              <a:gd name="connsiteY94" fmla="*/ 569676 h 6859199"/>
              <a:gd name="connsiteX95" fmla="*/ 11210911 w 12191997"/>
              <a:gd name="connsiteY95" fmla="*/ 589983 h 6859199"/>
              <a:gd name="connsiteX96" fmla="*/ 11210911 w 12191997"/>
              <a:gd name="connsiteY96" fmla="*/ 529214 h 6859199"/>
              <a:gd name="connsiteX97" fmla="*/ 11163065 w 12191997"/>
              <a:gd name="connsiteY97" fmla="*/ 483368 h 6859199"/>
              <a:gd name="connsiteX98" fmla="*/ 9848681 w 12191997"/>
              <a:gd name="connsiteY98" fmla="*/ 483292 h 6859199"/>
              <a:gd name="connsiteX99" fmla="*/ 9848681 w 12191997"/>
              <a:gd name="connsiteY99" fmla="*/ 796677 h 6859199"/>
              <a:gd name="connsiteX100" fmla="*/ 9925912 w 12191997"/>
              <a:gd name="connsiteY100" fmla="*/ 796677 h 6859199"/>
              <a:gd name="connsiteX101" fmla="*/ 9925912 w 12191997"/>
              <a:gd name="connsiteY101" fmla="*/ 529138 h 6859199"/>
              <a:gd name="connsiteX102" fmla="*/ 9877604 w 12191997"/>
              <a:gd name="connsiteY102" fmla="*/ 483292 h 6859199"/>
              <a:gd name="connsiteX103" fmla="*/ 0 w 12191997"/>
              <a:gd name="connsiteY103" fmla="*/ 0 h 6859199"/>
              <a:gd name="connsiteX104" fmla="*/ 12191997 w 12191997"/>
              <a:gd name="connsiteY104" fmla="*/ 0 h 6859199"/>
              <a:gd name="connsiteX105" fmla="*/ 12191997 w 12191997"/>
              <a:gd name="connsiteY105" fmla="*/ 6859199 h 6859199"/>
              <a:gd name="connsiteX106" fmla="*/ 0 w 12191997"/>
              <a:gd name="connsiteY106" fmla="*/ 6859199 h 685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12191997" h="6859199">
                <a:moveTo>
                  <a:pt x="11227604" y="613830"/>
                </a:moveTo>
                <a:cubicBezTo>
                  <a:pt x="11256988" y="613830"/>
                  <a:pt x="11279142" y="640906"/>
                  <a:pt x="11279142" y="676983"/>
                </a:cubicBezTo>
                <a:cubicBezTo>
                  <a:pt x="11279142" y="730445"/>
                  <a:pt x="11258757" y="759291"/>
                  <a:pt x="11222604" y="759291"/>
                </a:cubicBezTo>
                <a:lnTo>
                  <a:pt x="11210834" y="759291"/>
                </a:lnTo>
                <a:lnTo>
                  <a:pt x="11210834" y="614753"/>
                </a:lnTo>
                <a:cubicBezTo>
                  <a:pt x="11215834" y="614291"/>
                  <a:pt x="11219911" y="613830"/>
                  <a:pt x="11227604" y="613830"/>
                </a:cubicBezTo>
                <a:close/>
                <a:moveTo>
                  <a:pt x="10424373" y="607523"/>
                </a:moveTo>
                <a:cubicBezTo>
                  <a:pt x="10450604" y="607523"/>
                  <a:pt x="10459065" y="639907"/>
                  <a:pt x="10459065" y="687215"/>
                </a:cubicBezTo>
                <a:cubicBezTo>
                  <a:pt x="10459065" y="731830"/>
                  <a:pt x="10450527" y="760599"/>
                  <a:pt x="10424373" y="760599"/>
                </a:cubicBezTo>
                <a:cubicBezTo>
                  <a:pt x="10398219" y="760599"/>
                  <a:pt x="10388604" y="730446"/>
                  <a:pt x="10388604" y="683138"/>
                </a:cubicBezTo>
                <a:cubicBezTo>
                  <a:pt x="10388604" y="638215"/>
                  <a:pt x="10397681" y="607523"/>
                  <a:pt x="10424373" y="607523"/>
                </a:cubicBezTo>
                <a:close/>
                <a:moveTo>
                  <a:pt x="10982758" y="607522"/>
                </a:moveTo>
                <a:cubicBezTo>
                  <a:pt x="11008912" y="607522"/>
                  <a:pt x="11017527" y="639983"/>
                  <a:pt x="11017527" y="687291"/>
                </a:cubicBezTo>
                <a:cubicBezTo>
                  <a:pt x="11017527" y="731829"/>
                  <a:pt x="11008912" y="760598"/>
                  <a:pt x="10982758" y="760598"/>
                </a:cubicBezTo>
                <a:cubicBezTo>
                  <a:pt x="10956450" y="760598"/>
                  <a:pt x="10946989" y="730445"/>
                  <a:pt x="10946989" y="683137"/>
                </a:cubicBezTo>
                <a:cubicBezTo>
                  <a:pt x="10946989" y="638137"/>
                  <a:pt x="10955989" y="607522"/>
                  <a:pt x="10982758" y="607522"/>
                </a:cubicBezTo>
                <a:close/>
                <a:moveTo>
                  <a:pt x="11500527" y="604367"/>
                </a:moveTo>
                <a:cubicBezTo>
                  <a:pt x="11530373" y="604367"/>
                  <a:pt x="11536220" y="657983"/>
                  <a:pt x="11536220" y="657983"/>
                </a:cubicBezTo>
                <a:lnTo>
                  <a:pt x="11463527" y="657983"/>
                </a:lnTo>
                <a:cubicBezTo>
                  <a:pt x="11466066" y="625136"/>
                  <a:pt x="11478681" y="604367"/>
                  <a:pt x="11500527" y="604367"/>
                </a:cubicBezTo>
                <a:close/>
                <a:moveTo>
                  <a:pt x="10100450" y="572907"/>
                </a:moveTo>
                <a:lnTo>
                  <a:pt x="10100450" y="609753"/>
                </a:lnTo>
                <a:lnTo>
                  <a:pt x="10185604" y="609753"/>
                </a:lnTo>
                <a:lnTo>
                  <a:pt x="10104527" y="763676"/>
                </a:lnTo>
                <a:cubicBezTo>
                  <a:pt x="10097219" y="777215"/>
                  <a:pt x="10096296" y="788061"/>
                  <a:pt x="10098989" y="796676"/>
                </a:cubicBezTo>
                <a:lnTo>
                  <a:pt x="10267989" y="796676"/>
                </a:lnTo>
                <a:cubicBezTo>
                  <a:pt x="10282912" y="796676"/>
                  <a:pt x="10292835" y="785830"/>
                  <a:pt x="10292835" y="770061"/>
                </a:cubicBezTo>
                <a:lnTo>
                  <a:pt x="10292835" y="756599"/>
                </a:lnTo>
                <a:cubicBezTo>
                  <a:pt x="10284681" y="758445"/>
                  <a:pt x="10272527" y="759292"/>
                  <a:pt x="10249450" y="759292"/>
                </a:cubicBezTo>
                <a:lnTo>
                  <a:pt x="10193835" y="759292"/>
                </a:lnTo>
                <a:lnTo>
                  <a:pt x="10290604" y="572907"/>
                </a:lnTo>
                <a:close/>
                <a:moveTo>
                  <a:pt x="10013142" y="572907"/>
                </a:moveTo>
                <a:lnTo>
                  <a:pt x="9930527" y="677753"/>
                </a:lnTo>
                <a:lnTo>
                  <a:pt x="9974296" y="761984"/>
                </a:lnTo>
                <a:cubicBezTo>
                  <a:pt x="9986527" y="786292"/>
                  <a:pt x="9991912" y="796676"/>
                  <a:pt x="10019527" y="796676"/>
                </a:cubicBezTo>
                <a:lnTo>
                  <a:pt x="10081835" y="796676"/>
                </a:lnTo>
                <a:cubicBezTo>
                  <a:pt x="10078296" y="793907"/>
                  <a:pt x="10075065" y="788061"/>
                  <a:pt x="10068758" y="776830"/>
                </a:cubicBezTo>
                <a:lnTo>
                  <a:pt x="10004989" y="659599"/>
                </a:lnTo>
                <a:lnTo>
                  <a:pt x="10079527" y="572907"/>
                </a:lnTo>
                <a:close/>
                <a:moveTo>
                  <a:pt x="9663450" y="568599"/>
                </a:moveTo>
                <a:lnTo>
                  <a:pt x="9702142" y="689907"/>
                </a:lnTo>
                <a:lnTo>
                  <a:pt x="9621912" y="689907"/>
                </a:lnTo>
                <a:close/>
                <a:moveTo>
                  <a:pt x="11501373" y="567521"/>
                </a:moveTo>
                <a:cubicBezTo>
                  <a:pt x="11434450" y="567521"/>
                  <a:pt x="11385681" y="614290"/>
                  <a:pt x="11385681" y="685367"/>
                </a:cubicBezTo>
                <a:cubicBezTo>
                  <a:pt x="11385681" y="754290"/>
                  <a:pt x="11428604" y="801983"/>
                  <a:pt x="11498604" y="801983"/>
                </a:cubicBezTo>
                <a:cubicBezTo>
                  <a:pt x="11568604" y="801983"/>
                  <a:pt x="11593912" y="765598"/>
                  <a:pt x="11595296" y="730444"/>
                </a:cubicBezTo>
                <a:cubicBezTo>
                  <a:pt x="11580297" y="741367"/>
                  <a:pt x="11557296" y="747521"/>
                  <a:pt x="11531527" y="747521"/>
                </a:cubicBezTo>
                <a:cubicBezTo>
                  <a:pt x="11492373" y="747521"/>
                  <a:pt x="11467066" y="725290"/>
                  <a:pt x="11463373" y="688983"/>
                </a:cubicBezTo>
                <a:cubicBezTo>
                  <a:pt x="11463373" y="688983"/>
                  <a:pt x="11606220" y="688983"/>
                  <a:pt x="11606220" y="688983"/>
                </a:cubicBezTo>
                <a:cubicBezTo>
                  <a:pt x="11607604" y="679983"/>
                  <a:pt x="11607989" y="670983"/>
                  <a:pt x="11607989" y="662906"/>
                </a:cubicBezTo>
                <a:cubicBezTo>
                  <a:pt x="11607989" y="609752"/>
                  <a:pt x="11568681" y="567521"/>
                  <a:pt x="11501373" y="567521"/>
                </a:cubicBezTo>
                <a:close/>
                <a:moveTo>
                  <a:pt x="10424758" y="567061"/>
                </a:moveTo>
                <a:cubicBezTo>
                  <a:pt x="10359758" y="567061"/>
                  <a:pt x="10305450" y="614292"/>
                  <a:pt x="10305450" y="690446"/>
                </a:cubicBezTo>
                <a:cubicBezTo>
                  <a:pt x="10305450" y="757446"/>
                  <a:pt x="10359758" y="801984"/>
                  <a:pt x="10423450" y="801984"/>
                </a:cubicBezTo>
                <a:cubicBezTo>
                  <a:pt x="10487604" y="801984"/>
                  <a:pt x="10542219" y="756061"/>
                  <a:pt x="10542219" y="679984"/>
                </a:cubicBezTo>
                <a:cubicBezTo>
                  <a:pt x="10542219" y="615138"/>
                  <a:pt x="10490296" y="567061"/>
                  <a:pt x="10424758" y="567061"/>
                </a:cubicBezTo>
                <a:close/>
                <a:moveTo>
                  <a:pt x="10983143" y="567060"/>
                </a:moveTo>
                <a:cubicBezTo>
                  <a:pt x="10918066" y="567060"/>
                  <a:pt x="10863912" y="614291"/>
                  <a:pt x="10863912" y="690445"/>
                </a:cubicBezTo>
                <a:cubicBezTo>
                  <a:pt x="10863912" y="757445"/>
                  <a:pt x="10918066" y="801983"/>
                  <a:pt x="10981835" y="801983"/>
                </a:cubicBezTo>
                <a:cubicBezTo>
                  <a:pt x="11045989" y="801983"/>
                  <a:pt x="11100681" y="756060"/>
                  <a:pt x="11100681" y="679983"/>
                </a:cubicBezTo>
                <a:cubicBezTo>
                  <a:pt x="11100681" y="615214"/>
                  <a:pt x="11048681" y="567060"/>
                  <a:pt x="10983143" y="567060"/>
                </a:cubicBezTo>
                <a:close/>
                <a:moveTo>
                  <a:pt x="9644066" y="506676"/>
                </a:moveTo>
                <a:lnTo>
                  <a:pt x="9536604" y="796676"/>
                </a:lnTo>
                <a:lnTo>
                  <a:pt x="9585373" y="796676"/>
                </a:lnTo>
                <a:lnTo>
                  <a:pt x="9609912" y="725061"/>
                </a:lnTo>
                <a:lnTo>
                  <a:pt x="9713373" y="725061"/>
                </a:lnTo>
                <a:lnTo>
                  <a:pt x="9728142" y="771445"/>
                </a:lnTo>
                <a:cubicBezTo>
                  <a:pt x="9733604" y="788522"/>
                  <a:pt x="9740373" y="796215"/>
                  <a:pt x="9758912" y="796215"/>
                </a:cubicBezTo>
                <a:lnTo>
                  <a:pt x="9823989" y="796215"/>
                </a:lnTo>
                <a:cubicBezTo>
                  <a:pt x="9820758" y="792984"/>
                  <a:pt x="9818450" y="787676"/>
                  <a:pt x="9814373" y="776368"/>
                </a:cubicBezTo>
                <a:lnTo>
                  <a:pt x="9737142" y="546753"/>
                </a:lnTo>
                <a:cubicBezTo>
                  <a:pt x="9728066" y="519291"/>
                  <a:pt x="9718604" y="506676"/>
                  <a:pt x="9680681" y="506676"/>
                </a:cubicBezTo>
                <a:close/>
                <a:moveTo>
                  <a:pt x="10576989" y="505906"/>
                </a:moveTo>
                <a:lnTo>
                  <a:pt x="10576989" y="796675"/>
                </a:lnTo>
                <a:lnTo>
                  <a:pt x="10625297" y="796675"/>
                </a:lnTo>
                <a:lnTo>
                  <a:pt x="10625297" y="611830"/>
                </a:lnTo>
                <a:lnTo>
                  <a:pt x="10748297" y="759292"/>
                </a:lnTo>
                <a:cubicBezTo>
                  <a:pt x="10765451" y="779984"/>
                  <a:pt x="10776758" y="796675"/>
                  <a:pt x="10795297" y="796675"/>
                </a:cubicBezTo>
                <a:lnTo>
                  <a:pt x="10830528" y="796675"/>
                </a:lnTo>
                <a:lnTo>
                  <a:pt x="10830528" y="531061"/>
                </a:lnTo>
                <a:cubicBezTo>
                  <a:pt x="10830528" y="515752"/>
                  <a:pt x="10820143" y="505906"/>
                  <a:pt x="10804374" y="505906"/>
                </a:cubicBezTo>
                <a:lnTo>
                  <a:pt x="10783066" y="505906"/>
                </a:lnTo>
                <a:lnTo>
                  <a:pt x="10783066" y="680753"/>
                </a:lnTo>
                <a:lnTo>
                  <a:pt x="10664912" y="540061"/>
                </a:lnTo>
                <a:cubicBezTo>
                  <a:pt x="10647297" y="518906"/>
                  <a:pt x="10638297" y="505906"/>
                  <a:pt x="10612527" y="505906"/>
                </a:cubicBezTo>
                <a:close/>
                <a:moveTo>
                  <a:pt x="11640219" y="483368"/>
                </a:moveTo>
                <a:lnTo>
                  <a:pt x="11640219" y="796676"/>
                </a:lnTo>
                <a:lnTo>
                  <a:pt x="11717065" y="796676"/>
                </a:lnTo>
                <a:lnTo>
                  <a:pt x="11717065" y="529214"/>
                </a:lnTo>
                <a:cubicBezTo>
                  <a:pt x="11717065" y="501291"/>
                  <a:pt x="11696758" y="483368"/>
                  <a:pt x="11668758" y="483368"/>
                </a:cubicBezTo>
                <a:close/>
                <a:moveTo>
                  <a:pt x="11134142" y="483368"/>
                </a:moveTo>
                <a:lnTo>
                  <a:pt x="11134142" y="796676"/>
                </a:lnTo>
                <a:lnTo>
                  <a:pt x="11224450" y="796676"/>
                </a:lnTo>
                <a:cubicBezTo>
                  <a:pt x="11310757" y="796676"/>
                  <a:pt x="11358604" y="751676"/>
                  <a:pt x="11358604" y="667830"/>
                </a:cubicBezTo>
                <a:cubicBezTo>
                  <a:pt x="11358604" y="611599"/>
                  <a:pt x="11320296" y="569676"/>
                  <a:pt x="11269681" y="569676"/>
                </a:cubicBezTo>
                <a:cubicBezTo>
                  <a:pt x="11243450" y="569676"/>
                  <a:pt x="11221757" y="579137"/>
                  <a:pt x="11210911" y="589983"/>
                </a:cubicBezTo>
                <a:lnTo>
                  <a:pt x="11210911" y="529214"/>
                </a:lnTo>
                <a:cubicBezTo>
                  <a:pt x="11210911" y="501291"/>
                  <a:pt x="11190988" y="483368"/>
                  <a:pt x="11163065" y="483368"/>
                </a:cubicBezTo>
                <a:close/>
                <a:moveTo>
                  <a:pt x="9848681" y="483292"/>
                </a:moveTo>
                <a:lnTo>
                  <a:pt x="9848681" y="796677"/>
                </a:lnTo>
                <a:lnTo>
                  <a:pt x="9925912" y="796677"/>
                </a:lnTo>
                <a:lnTo>
                  <a:pt x="9925912" y="529138"/>
                </a:lnTo>
                <a:cubicBezTo>
                  <a:pt x="9925912" y="501292"/>
                  <a:pt x="9905604" y="483292"/>
                  <a:pt x="9877604" y="483292"/>
                </a:cubicBezTo>
                <a:close/>
                <a:moveTo>
                  <a:pt x="0" y="0"/>
                </a:moveTo>
                <a:lnTo>
                  <a:pt x="12191997" y="0"/>
                </a:lnTo>
                <a:lnTo>
                  <a:pt x="12191997" y="6859199"/>
                </a:lnTo>
                <a:lnTo>
                  <a:pt x="0" y="6859199"/>
                </a:lnTo>
                <a:close/>
              </a:path>
            </a:pathLst>
          </a:custGeom>
          <a:noFill/>
        </p:spPr>
        <p:txBody>
          <a:bodyPr wrap="square" bIns="720000" anchor="ctr" anchorCtr="0">
            <a:noAutofit/>
          </a:bodyPr>
          <a:lstStyle>
            <a:lvl1pPr algn="ctr">
              <a:defRPr sz="1600"/>
            </a:lvl1pPr>
          </a:lstStyle>
          <a:p>
            <a:r>
              <a:rPr lang="zh-CN" altLang="en-US" noProof="0"/>
              <a:t>单击图标添加图片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59649A-CECC-C90A-403B-56265F08C933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15808CD-6473-F776-BA1E-F2103211299B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AA4CFED-39E7-9D50-533C-56BFB86CACC2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5BE91F1-9B1A-8823-C1BC-A9BD8C833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E5C6554-C3A8-A3FE-A6AC-5AADBF3D9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EAB46B9-B36B-B657-4AB1-C2D993BD25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0B50C27-A33A-6E03-C699-0E6053F89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FE91326-66F7-C46D-36AB-212858E20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6C563A-079B-AB5D-7928-A590120883F1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2553F5-3246-D1C8-CC24-41B20C3B14BA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601156B-9DCA-8F18-869A-15CBD776B47A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B14D38F-7051-0C0B-1928-633D028685B9}"/>
                </a:ext>
              </a:extLst>
            </p:cNvPr>
            <p:cNvCxnSpPr>
              <a:stCxn id="7" idx="0"/>
              <a:endCxn id="7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D2ECB4-7160-5D3A-4C02-A8BD51B0881A}"/>
                </a:ext>
              </a:extLst>
            </p:cNvPr>
            <p:cNvCxnSpPr>
              <a:stCxn id="7" idx="3"/>
              <a:endCxn id="7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0A67BFF-09EB-3EFF-4046-FC2BE5F152DE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CD6D8BB-1860-880D-B8DB-AA96488125F3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2463816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image slide – white logo">
    <p:bg>
      <p:bgPr>
        <a:solidFill>
          <a:srgbClr val="CBCB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ct 2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6661538"/>
              </p:ext>
            </p:extLst>
          </p:nvPr>
        </p:nvGraphicFramePr>
        <p:xfrm>
          <a:off x="2117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5" name="Object 2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" y="2118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!!logo">
            <a:extLst>
              <a:ext uri="{FF2B5EF4-FFF2-40B4-BE49-F238E27FC236}">
                <a16:creationId xmlns:a16="http://schemas.microsoft.com/office/drawing/2014/main" id="{10B9BA22-193B-8DCA-4EEC-36BDCBE29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49222" y="192769"/>
            <a:ext cx="2753846" cy="900000"/>
          </a:xfrm>
          <a:prstGeom prst="rect">
            <a:avLst/>
          </a:prstGeom>
        </p:spPr>
      </p:pic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D832E013-3434-F561-9B78-729A95E91E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2" y="-598"/>
            <a:ext cx="12191997" cy="6859199"/>
          </a:xfrm>
          <a:custGeom>
            <a:avLst/>
            <a:gdLst>
              <a:gd name="connsiteX0" fmla="*/ 11227604 w 12191997"/>
              <a:gd name="connsiteY0" fmla="*/ 613830 h 6859199"/>
              <a:gd name="connsiteX1" fmla="*/ 11279142 w 12191997"/>
              <a:gd name="connsiteY1" fmla="*/ 676983 h 6859199"/>
              <a:gd name="connsiteX2" fmla="*/ 11222604 w 12191997"/>
              <a:gd name="connsiteY2" fmla="*/ 759291 h 6859199"/>
              <a:gd name="connsiteX3" fmla="*/ 11210834 w 12191997"/>
              <a:gd name="connsiteY3" fmla="*/ 759291 h 6859199"/>
              <a:gd name="connsiteX4" fmla="*/ 11210834 w 12191997"/>
              <a:gd name="connsiteY4" fmla="*/ 614753 h 6859199"/>
              <a:gd name="connsiteX5" fmla="*/ 11227604 w 12191997"/>
              <a:gd name="connsiteY5" fmla="*/ 613830 h 6859199"/>
              <a:gd name="connsiteX6" fmla="*/ 10424373 w 12191997"/>
              <a:gd name="connsiteY6" fmla="*/ 607523 h 6859199"/>
              <a:gd name="connsiteX7" fmla="*/ 10459065 w 12191997"/>
              <a:gd name="connsiteY7" fmla="*/ 687215 h 6859199"/>
              <a:gd name="connsiteX8" fmla="*/ 10424373 w 12191997"/>
              <a:gd name="connsiteY8" fmla="*/ 760599 h 6859199"/>
              <a:gd name="connsiteX9" fmla="*/ 10388604 w 12191997"/>
              <a:gd name="connsiteY9" fmla="*/ 683138 h 6859199"/>
              <a:gd name="connsiteX10" fmla="*/ 10424373 w 12191997"/>
              <a:gd name="connsiteY10" fmla="*/ 607523 h 6859199"/>
              <a:gd name="connsiteX11" fmla="*/ 10982758 w 12191997"/>
              <a:gd name="connsiteY11" fmla="*/ 607522 h 6859199"/>
              <a:gd name="connsiteX12" fmla="*/ 11017527 w 12191997"/>
              <a:gd name="connsiteY12" fmla="*/ 687291 h 6859199"/>
              <a:gd name="connsiteX13" fmla="*/ 10982758 w 12191997"/>
              <a:gd name="connsiteY13" fmla="*/ 760598 h 6859199"/>
              <a:gd name="connsiteX14" fmla="*/ 10946989 w 12191997"/>
              <a:gd name="connsiteY14" fmla="*/ 683137 h 6859199"/>
              <a:gd name="connsiteX15" fmla="*/ 10982758 w 12191997"/>
              <a:gd name="connsiteY15" fmla="*/ 607522 h 6859199"/>
              <a:gd name="connsiteX16" fmla="*/ 11500527 w 12191997"/>
              <a:gd name="connsiteY16" fmla="*/ 604367 h 6859199"/>
              <a:gd name="connsiteX17" fmla="*/ 11536220 w 12191997"/>
              <a:gd name="connsiteY17" fmla="*/ 657983 h 6859199"/>
              <a:gd name="connsiteX18" fmla="*/ 11463527 w 12191997"/>
              <a:gd name="connsiteY18" fmla="*/ 657983 h 6859199"/>
              <a:gd name="connsiteX19" fmla="*/ 11500527 w 12191997"/>
              <a:gd name="connsiteY19" fmla="*/ 604367 h 6859199"/>
              <a:gd name="connsiteX20" fmla="*/ 10100450 w 12191997"/>
              <a:gd name="connsiteY20" fmla="*/ 572907 h 6859199"/>
              <a:gd name="connsiteX21" fmla="*/ 10100450 w 12191997"/>
              <a:gd name="connsiteY21" fmla="*/ 609753 h 6859199"/>
              <a:gd name="connsiteX22" fmla="*/ 10185604 w 12191997"/>
              <a:gd name="connsiteY22" fmla="*/ 609753 h 6859199"/>
              <a:gd name="connsiteX23" fmla="*/ 10104527 w 12191997"/>
              <a:gd name="connsiteY23" fmla="*/ 763676 h 6859199"/>
              <a:gd name="connsiteX24" fmla="*/ 10098989 w 12191997"/>
              <a:gd name="connsiteY24" fmla="*/ 796676 h 6859199"/>
              <a:gd name="connsiteX25" fmla="*/ 10267989 w 12191997"/>
              <a:gd name="connsiteY25" fmla="*/ 796676 h 6859199"/>
              <a:gd name="connsiteX26" fmla="*/ 10292835 w 12191997"/>
              <a:gd name="connsiteY26" fmla="*/ 770061 h 6859199"/>
              <a:gd name="connsiteX27" fmla="*/ 10292835 w 12191997"/>
              <a:gd name="connsiteY27" fmla="*/ 756599 h 6859199"/>
              <a:gd name="connsiteX28" fmla="*/ 10249450 w 12191997"/>
              <a:gd name="connsiteY28" fmla="*/ 759292 h 6859199"/>
              <a:gd name="connsiteX29" fmla="*/ 10193835 w 12191997"/>
              <a:gd name="connsiteY29" fmla="*/ 759292 h 6859199"/>
              <a:gd name="connsiteX30" fmla="*/ 10290604 w 12191997"/>
              <a:gd name="connsiteY30" fmla="*/ 572907 h 6859199"/>
              <a:gd name="connsiteX31" fmla="*/ 10013142 w 12191997"/>
              <a:gd name="connsiteY31" fmla="*/ 572907 h 6859199"/>
              <a:gd name="connsiteX32" fmla="*/ 9930527 w 12191997"/>
              <a:gd name="connsiteY32" fmla="*/ 677753 h 6859199"/>
              <a:gd name="connsiteX33" fmla="*/ 9974296 w 12191997"/>
              <a:gd name="connsiteY33" fmla="*/ 761984 h 6859199"/>
              <a:gd name="connsiteX34" fmla="*/ 10019527 w 12191997"/>
              <a:gd name="connsiteY34" fmla="*/ 796676 h 6859199"/>
              <a:gd name="connsiteX35" fmla="*/ 10081835 w 12191997"/>
              <a:gd name="connsiteY35" fmla="*/ 796676 h 6859199"/>
              <a:gd name="connsiteX36" fmla="*/ 10068758 w 12191997"/>
              <a:gd name="connsiteY36" fmla="*/ 776830 h 6859199"/>
              <a:gd name="connsiteX37" fmla="*/ 10004989 w 12191997"/>
              <a:gd name="connsiteY37" fmla="*/ 659599 h 6859199"/>
              <a:gd name="connsiteX38" fmla="*/ 10079527 w 12191997"/>
              <a:gd name="connsiteY38" fmla="*/ 572907 h 6859199"/>
              <a:gd name="connsiteX39" fmla="*/ 9663450 w 12191997"/>
              <a:gd name="connsiteY39" fmla="*/ 568599 h 6859199"/>
              <a:gd name="connsiteX40" fmla="*/ 9702142 w 12191997"/>
              <a:gd name="connsiteY40" fmla="*/ 689907 h 6859199"/>
              <a:gd name="connsiteX41" fmla="*/ 9621912 w 12191997"/>
              <a:gd name="connsiteY41" fmla="*/ 689907 h 6859199"/>
              <a:gd name="connsiteX42" fmla="*/ 11501373 w 12191997"/>
              <a:gd name="connsiteY42" fmla="*/ 567521 h 6859199"/>
              <a:gd name="connsiteX43" fmla="*/ 11385681 w 12191997"/>
              <a:gd name="connsiteY43" fmla="*/ 685367 h 6859199"/>
              <a:gd name="connsiteX44" fmla="*/ 11498604 w 12191997"/>
              <a:gd name="connsiteY44" fmla="*/ 801983 h 6859199"/>
              <a:gd name="connsiteX45" fmla="*/ 11595296 w 12191997"/>
              <a:gd name="connsiteY45" fmla="*/ 730444 h 6859199"/>
              <a:gd name="connsiteX46" fmla="*/ 11531527 w 12191997"/>
              <a:gd name="connsiteY46" fmla="*/ 747521 h 6859199"/>
              <a:gd name="connsiteX47" fmla="*/ 11463373 w 12191997"/>
              <a:gd name="connsiteY47" fmla="*/ 688983 h 6859199"/>
              <a:gd name="connsiteX48" fmla="*/ 11606220 w 12191997"/>
              <a:gd name="connsiteY48" fmla="*/ 688983 h 6859199"/>
              <a:gd name="connsiteX49" fmla="*/ 11607989 w 12191997"/>
              <a:gd name="connsiteY49" fmla="*/ 662906 h 6859199"/>
              <a:gd name="connsiteX50" fmla="*/ 11501373 w 12191997"/>
              <a:gd name="connsiteY50" fmla="*/ 567521 h 6859199"/>
              <a:gd name="connsiteX51" fmla="*/ 10424758 w 12191997"/>
              <a:gd name="connsiteY51" fmla="*/ 567061 h 6859199"/>
              <a:gd name="connsiteX52" fmla="*/ 10305450 w 12191997"/>
              <a:gd name="connsiteY52" fmla="*/ 690446 h 6859199"/>
              <a:gd name="connsiteX53" fmla="*/ 10423450 w 12191997"/>
              <a:gd name="connsiteY53" fmla="*/ 801984 h 6859199"/>
              <a:gd name="connsiteX54" fmla="*/ 10542219 w 12191997"/>
              <a:gd name="connsiteY54" fmla="*/ 679984 h 6859199"/>
              <a:gd name="connsiteX55" fmla="*/ 10424758 w 12191997"/>
              <a:gd name="connsiteY55" fmla="*/ 567061 h 6859199"/>
              <a:gd name="connsiteX56" fmla="*/ 10983143 w 12191997"/>
              <a:gd name="connsiteY56" fmla="*/ 567060 h 6859199"/>
              <a:gd name="connsiteX57" fmla="*/ 10863912 w 12191997"/>
              <a:gd name="connsiteY57" fmla="*/ 690445 h 6859199"/>
              <a:gd name="connsiteX58" fmla="*/ 10981835 w 12191997"/>
              <a:gd name="connsiteY58" fmla="*/ 801983 h 6859199"/>
              <a:gd name="connsiteX59" fmla="*/ 11100681 w 12191997"/>
              <a:gd name="connsiteY59" fmla="*/ 679983 h 6859199"/>
              <a:gd name="connsiteX60" fmla="*/ 10983143 w 12191997"/>
              <a:gd name="connsiteY60" fmla="*/ 567060 h 6859199"/>
              <a:gd name="connsiteX61" fmla="*/ 9644066 w 12191997"/>
              <a:gd name="connsiteY61" fmla="*/ 506676 h 6859199"/>
              <a:gd name="connsiteX62" fmla="*/ 9536604 w 12191997"/>
              <a:gd name="connsiteY62" fmla="*/ 796676 h 6859199"/>
              <a:gd name="connsiteX63" fmla="*/ 9585373 w 12191997"/>
              <a:gd name="connsiteY63" fmla="*/ 796676 h 6859199"/>
              <a:gd name="connsiteX64" fmla="*/ 9609912 w 12191997"/>
              <a:gd name="connsiteY64" fmla="*/ 725061 h 6859199"/>
              <a:gd name="connsiteX65" fmla="*/ 9713373 w 12191997"/>
              <a:gd name="connsiteY65" fmla="*/ 725061 h 6859199"/>
              <a:gd name="connsiteX66" fmla="*/ 9728142 w 12191997"/>
              <a:gd name="connsiteY66" fmla="*/ 771445 h 6859199"/>
              <a:gd name="connsiteX67" fmla="*/ 9758912 w 12191997"/>
              <a:gd name="connsiteY67" fmla="*/ 796215 h 6859199"/>
              <a:gd name="connsiteX68" fmla="*/ 9823989 w 12191997"/>
              <a:gd name="connsiteY68" fmla="*/ 796215 h 6859199"/>
              <a:gd name="connsiteX69" fmla="*/ 9814373 w 12191997"/>
              <a:gd name="connsiteY69" fmla="*/ 776368 h 6859199"/>
              <a:gd name="connsiteX70" fmla="*/ 9737142 w 12191997"/>
              <a:gd name="connsiteY70" fmla="*/ 546753 h 6859199"/>
              <a:gd name="connsiteX71" fmla="*/ 9680681 w 12191997"/>
              <a:gd name="connsiteY71" fmla="*/ 506676 h 6859199"/>
              <a:gd name="connsiteX72" fmla="*/ 10576989 w 12191997"/>
              <a:gd name="connsiteY72" fmla="*/ 505906 h 6859199"/>
              <a:gd name="connsiteX73" fmla="*/ 10576989 w 12191997"/>
              <a:gd name="connsiteY73" fmla="*/ 796675 h 6859199"/>
              <a:gd name="connsiteX74" fmla="*/ 10625297 w 12191997"/>
              <a:gd name="connsiteY74" fmla="*/ 796675 h 6859199"/>
              <a:gd name="connsiteX75" fmla="*/ 10625297 w 12191997"/>
              <a:gd name="connsiteY75" fmla="*/ 611830 h 6859199"/>
              <a:gd name="connsiteX76" fmla="*/ 10748297 w 12191997"/>
              <a:gd name="connsiteY76" fmla="*/ 759292 h 6859199"/>
              <a:gd name="connsiteX77" fmla="*/ 10795297 w 12191997"/>
              <a:gd name="connsiteY77" fmla="*/ 796675 h 6859199"/>
              <a:gd name="connsiteX78" fmla="*/ 10830528 w 12191997"/>
              <a:gd name="connsiteY78" fmla="*/ 796675 h 6859199"/>
              <a:gd name="connsiteX79" fmla="*/ 10830528 w 12191997"/>
              <a:gd name="connsiteY79" fmla="*/ 531061 h 6859199"/>
              <a:gd name="connsiteX80" fmla="*/ 10804374 w 12191997"/>
              <a:gd name="connsiteY80" fmla="*/ 505906 h 6859199"/>
              <a:gd name="connsiteX81" fmla="*/ 10783066 w 12191997"/>
              <a:gd name="connsiteY81" fmla="*/ 505906 h 6859199"/>
              <a:gd name="connsiteX82" fmla="*/ 10783066 w 12191997"/>
              <a:gd name="connsiteY82" fmla="*/ 680753 h 6859199"/>
              <a:gd name="connsiteX83" fmla="*/ 10664912 w 12191997"/>
              <a:gd name="connsiteY83" fmla="*/ 540061 h 6859199"/>
              <a:gd name="connsiteX84" fmla="*/ 10612527 w 12191997"/>
              <a:gd name="connsiteY84" fmla="*/ 505906 h 6859199"/>
              <a:gd name="connsiteX85" fmla="*/ 11640219 w 12191997"/>
              <a:gd name="connsiteY85" fmla="*/ 483368 h 6859199"/>
              <a:gd name="connsiteX86" fmla="*/ 11640219 w 12191997"/>
              <a:gd name="connsiteY86" fmla="*/ 796676 h 6859199"/>
              <a:gd name="connsiteX87" fmla="*/ 11717065 w 12191997"/>
              <a:gd name="connsiteY87" fmla="*/ 796676 h 6859199"/>
              <a:gd name="connsiteX88" fmla="*/ 11717065 w 12191997"/>
              <a:gd name="connsiteY88" fmla="*/ 529214 h 6859199"/>
              <a:gd name="connsiteX89" fmla="*/ 11668758 w 12191997"/>
              <a:gd name="connsiteY89" fmla="*/ 483368 h 6859199"/>
              <a:gd name="connsiteX90" fmla="*/ 11134142 w 12191997"/>
              <a:gd name="connsiteY90" fmla="*/ 483368 h 6859199"/>
              <a:gd name="connsiteX91" fmla="*/ 11134142 w 12191997"/>
              <a:gd name="connsiteY91" fmla="*/ 796676 h 6859199"/>
              <a:gd name="connsiteX92" fmla="*/ 11224450 w 12191997"/>
              <a:gd name="connsiteY92" fmla="*/ 796676 h 6859199"/>
              <a:gd name="connsiteX93" fmla="*/ 11358604 w 12191997"/>
              <a:gd name="connsiteY93" fmla="*/ 667830 h 6859199"/>
              <a:gd name="connsiteX94" fmla="*/ 11269681 w 12191997"/>
              <a:gd name="connsiteY94" fmla="*/ 569676 h 6859199"/>
              <a:gd name="connsiteX95" fmla="*/ 11210911 w 12191997"/>
              <a:gd name="connsiteY95" fmla="*/ 589983 h 6859199"/>
              <a:gd name="connsiteX96" fmla="*/ 11210911 w 12191997"/>
              <a:gd name="connsiteY96" fmla="*/ 529214 h 6859199"/>
              <a:gd name="connsiteX97" fmla="*/ 11163065 w 12191997"/>
              <a:gd name="connsiteY97" fmla="*/ 483368 h 6859199"/>
              <a:gd name="connsiteX98" fmla="*/ 9848681 w 12191997"/>
              <a:gd name="connsiteY98" fmla="*/ 483292 h 6859199"/>
              <a:gd name="connsiteX99" fmla="*/ 9848681 w 12191997"/>
              <a:gd name="connsiteY99" fmla="*/ 796677 h 6859199"/>
              <a:gd name="connsiteX100" fmla="*/ 9925912 w 12191997"/>
              <a:gd name="connsiteY100" fmla="*/ 796677 h 6859199"/>
              <a:gd name="connsiteX101" fmla="*/ 9925912 w 12191997"/>
              <a:gd name="connsiteY101" fmla="*/ 529138 h 6859199"/>
              <a:gd name="connsiteX102" fmla="*/ 9877604 w 12191997"/>
              <a:gd name="connsiteY102" fmla="*/ 483292 h 6859199"/>
              <a:gd name="connsiteX103" fmla="*/ 0 w 12191997"/>
              <a:gd name="connsiteY103" fmla="*/ 0 h 6859199"/>
              <a:gd name="connsiteX104" fmla="*/ 12191997 w 12191997"/>
              <a:gd name="connsiteY104" fmla="*/ 0 h 6859199"/>
              <a:gd name="connsiteX105" fmla="*/ 12191997 w 12191997"/>
              <a:gd name="connsiteY105" fmla="*/ 6859199 h 6859199"/>
              <a:gd name="connsiteX106" fmla="*/ 0 w 12191997"/>
              <a:gd name="connsiteY106" fmla="*/ 6859199 h 685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12191997" h="6859199">
                <a:moveTo>
                  <a:pt x="11227604" y="613830"/>
                </a:moveTo>
                <a:cubicBezTo>
                  <a:pt x="11256988" y="613830"/>
                  <a:pt x="11279142" y="640906"/>
                  <a:pt x="11279142" y="676983"/>
                </a:cubicBezTo>
                <a:cubicBezTo>
                  <a:pt x="11279142" y="730445"/>
                  <a:pt x="11258757" y="759291"/>
                  <a:pt x="11222604" y="759291"/>
                </a:cubicBezTo>
                <a:lnTo>
                  <a:pt x="11210834" y="759291"/>
                </a:lnTo>
                <a:lnTo>
                  <a:pt x="11210834" y="614753"/>
                </a:lnTo>
                <a:cubicBezTo>
                  <a:pt x="11215834" y="614291"/>
                  <a:pt x="11219911" y="613830"/>
                  <a:pt x="11227604" y="613830"/>
                </a:cubicBezTo>
                <a:close/>
                <a:moveTo>
                  <a:pt x="10424373" y="607523"/>
                </a:moveTo>
                <a:cubicBezTo>
                  <a:pt x="10450604" y="607523"/>
                  <a:pt x="10459065" y="639907"/>
                  <a:pt x="10459065" y="687215"/>
                </a:cubicBezTo>
                <a:cubicBezTo>
                  <a:pt x="10459065" y="731830"/>
                  <a:pt x="10450527" y="760599"/>
                  <a:pt x="10424373" y="760599"/>
                </a:cubicBezTo>
                <a:cubicBezTo>
                  <a:pt x="10398219" y="760599"/>
                  <a:pt x="10388604" y="730446"/>
                  <a:pt x="10388604" y="683138"/>
                </a:cubicBezTo>
                <a:cubicBezTo>
                  <a:pt x="10388604" y="638215"/>
                  <a:pt x="10397681" y="607523"/>
                  <a:pt x="10424373" y="607523"/>
                </a:cubicBezTo>
                <a:close/>
                <a:moveTo>
                  <a:pt x="10982758" y="607522"/>
                </a:moveTo>
                <a:cubicBezTo>
                  <a:pt x="11008912" y="607522"/>
                  <a:pt x="11017527" y="639983"/>
                  <a:pt x="11017527" y="687291"/>
                </a:cubicBezTo>
                <a:cubicBezTo>
                  <a:pt x="11017527" y="731829"/>
                  <a:pt x="11008912" y="760598"/>
                  <a:pt x="10982758" y="760598"/>
                </a:cubicBezTo>
                <a:cubicBezTo>
                  <a:pt x="10956450" y="760598"/>
                  <a:pt x="10946989" y="730445"/>
                  <a:pt x="10946989" y="683137"/>
                </a:cubicBezTo>
                <a:cubicBezTo>
                  <a:pt x="10946989" y="638137"/>
                  <a:pt x="10955989" y="607522"/>
                  <a:pt x="10982758" y="607522"/>
                </a:cubicBezTo>
                <a:close/>
                <a:moveTo>
                  <a:pt x="11500527" y="604367"/>
                </a:moveTo>
                <a:cubicBezTo>
                  <a:pt x="11530373" y="604367"/>
                  <a:pt x="11536220" y="657983"/>
                  <a:pt x="11536220" y="657983"/>
                </a:cubicBezTo>
                <a:lnTo>
                  <a:pt x="11463527" y="657983"/>
                </a:lnTo>
                <a:cubicBezTo>
                  <a:pt x="11466066" y="625136"/>
                  <a:pt x="11478681" y="604367"/>
                  <a:pt x="11500527" y="604367"/>
                </a:cubicBezTo>
                <a:close/>
                <a:moveTo>
                  <a:pt x="10100450" y="572907"/>
                </a:moveTo>
                <a:lnTo>
                  <a:pt x="10100450" y="609753"/>
                </a:lnTo>
                <a:lnTo>
                  <a:pt x="10185604" y="609753"/>
                </a:lnTo>
                <a:lnTo>
                  <a:pt x="10104527" y="763676"/>
                </a:lnTo>
                <a:cubicBezTo>
                  <a:pt x="10097219" y="777215"/>
                  <a:pt x="10096296" y="788061"/>
                  <a:pt x="10098989" y="796676"/>
                </a:cubicBezTo>
                <a:lnTo>
                  <a:pt x="10267989" y="796676"/>
                </a:lnTo>
                <a:cubicBezTo>
                  <a:pt x="10282912" y="796676"/>
                  <a:pt x="10292835" y="785830"/>
                  <a:pt x="10292835" y="770061"/>
                </a:cubicBezTo>
                <a:lnTo>
                  <a:pt x="10292835" y="756599"/>
                </a:lnTo>
                <a:cubicBezTo>
                  <a:pt x="10284681" y="758445"/>
                  <a:pt x="10272527" y="759292"/>
                  <a:pt x="10249450" y="759292"/>
                </a:cubicBezTo>
                <a:lnTo>
                  <a:pt x="10193835" y="759292"/>
                </a:lnTo>
                <a:lnTo>
                  <a:pt x="10290604" y="572907"/>
                </a:lnTo>
                <a:close/>
                <a:moveTo>
                  <a:pt x="10013142" y="572907"/>
                </a:moveTo>
                <a:lnTo>
                  <a:pt x="9930527" y="677753"/>
                </a:lnTo>
                <a:lnTo>
                  <a:pt x="9974296" y="761984"/>
                </a:lnTo>
                <a:cubicBezTo>
                  <a:pt x="9986527" y="786292"/>
                  <a:pt x="9991912" y="796676"/>
                  <a:pt x="10019527" y="796676"/>
                </a:cubicBezTo>
                <a:lnTo>
                  <a:pt x="10081835" y="796676"/>
                </a:lnTo>
                <a:cubicBezTo>
                  <a:pt x="10078296" y="793907"/>
                  <a:pt x="10075065" y="788061"/>
                  <a:pt x="10068758" y="776830"/>
                </a:cubicBezTo>
                <a:lnTo>
                  <a:pt x="10004989" y="659599"/>
                </a:lnTo>
                <a:lnTo>
                  <a:pt x="10079527" y="572907"/>
                </a:lnTo>
                <a:close/>
                <a:moveTo>
                  <a:pt x="9663450" y="568599"/>
                </a:moveTo>
                <a:lnTo>
                  <a:pt x="9702142" y="689907"/>
                </a:lnTo>
                <a:lnTo>
                  <a:pt x="9621912" y="689907"/>
                </a:lnTo>
                <a:close/>
                <a:moveTo>
                  <a:pt x="11501373" y="567521"/>
                </a:moveTo>
                <a:cubicBezTo>
                  <a:pt x="11434450" y="567521"/>
                  <a:pt x="11385681" y="614290"/>
                  <a:pt x="11385681" y="685367"/>
                </a:cubicBezTo>
                <a:cubicBezTo>
                  <a:pt x="11385681" y="754290"/>
                  <a:pt x="11428604" y="801983"/>
                  <a:pt x="11498604" y="801983"/>
                </a:cubicBezTo>
                <a:cubicBezTo>
                  <a:pt x="11568604" y="801983"/>
                  <a:pt x="11593912" y="765598"/>
                  <a:pt x="11595296" y="730444"/>
                </a:cubicBezTo>
                <a:cubicBezTo>
                  <a:pt x="11580297" y="741367"/>
                  <a:pt x="11557296" y="747521"/>
                  <a:pt x="11531527" y="747521"/>
                </a:cubicBezTo>
                <a:cubicBezTo>
                  <a:pt x="11492373" y="747521"/>
                  <a:pt x="11467066" y="725290"/>
                  <a:pt x="11463373" y="688983"/>
                </a:cubicBezTo>
                <a:cubicBezTo>
                  <a:pt x="11463373" y="688983"/>
                  <a:pt x="11606220" y="688983"/>
                  <a:pt x="11606220" y="688983"/>
                </a:cubicBezTo>
                <a:cubicBezTo>
                  <a:pt x="11607604" y="679983"/>
                  <a:pt x="11607989" y="670983"/>
                  <a:pt x="11607989" y="662906"/>
                </a:cubicBezTo>
                <a:cubicBezTo>
                  <a:pt x="11607989" y="609752"/>
                  <a:pt x="11568681" y="567521"/>
                  <a:pt x="11501373" y="567521"/>
                </a:cubicBezTo>
                <a:close/>
                <a:moveTo>
                  <a:pt x="10424758" y="567061"/>
                </a:moveTo>
                <a:cubicBezTo>
                  <a:pt x="10359758" y="567061"/>
                  <a:pt x="10305450" y="614292"/>
                  <a:pt x="10305450" y="690446"/>
                </a:cubicBezTo>
                <a:cubicBezTo>
                  <a:pt x="10305450" y="757446"/>
                  <a:pt x="10359758" y="801984"/>
                  <a:pt x="10423450" y="801984"/>
                </a:cubicBezTo>
                <a:cubicBezTo>
                  <a:pt x="10487604" y="801984"/>
                  <a:pt x="10542219" y="756061"/>
                  <a:pt x="10542219" y="679984"/>
                </a:cubicBezTo>
                <a:cubicBezTo>
                  <a:pt x="10542219" y="615138"/>
                  <a:pt x="10490296" y="567061"/>
                  <a:pt x="10424758" y="567061"/>
                </a:cubicBezTo>
                <a:close/>
                <a:moveTo>
                  <a:pt x="10983143" y="567060"/>
                </a:moveTo>
                <a:cubicBezTo>
                  <a:pt x="10918066" y="567060"/>
                  <a:pt x="10863912" y="614291"/>
                  <a:pt x="10863912" y="690445"/>
                </a:cubicBezTo>
                <a:cubicBezTo>
                  <a:pt x="10863912" y="757445"/>
                  <a:pt x="10918066" y="801983"/>
                  <a:pt x="10981835" y="801983"/>
                </a:cubicBezTo>
                <a:cubicBezTo>
                  <a:pt x="11045989" y="801983"/>
                  <a:pt x="11100681" y="756060"/>
                  <a:pt x="11100681" y="679983"/>
                </a:cubicBezTo>
                <a:cubicBezTo>
                  <a:pt x="11100681" y="615214"/>
                  <a:pt x="11048681" y="567060"/>
                  <a:pt x="10983143" y="567060"/>
                </a:cubicBezTo>
                <a:close/>
                <a:moveTo>
                  <a:pt x="9644066" y="506676"/>
                </a:moveTo>
                <a:lnTo>
                  <a:pt x="9536604" y="796676"/>
                </a:lnTo>
                <a:lnTo>
                  <a:pt x="9585373" y="796676"/>
                </a:lnTo>
                <a:lnTo>
                  <a:pt x="9609912" y="725061"/>
                </a:lnTo>
                <a:lnTo>
                  <a:pt x="9713373" y="725061"/>
                </a:lnTo>
                <a:lnTo>
                  <a:pt x="9728142" y="771445"/>
                </a:lnTo>
                <a:cubicBezTo>
                  <a:pt x="9733604" y="788522"/>
                  <a:pt x="9740373" y="796215"/>
                  <a:pt x="9758912" y="796215"/>
                </a:cubicBezTo>
                <a:lnTo>
                  <a:pt x="9823989" y="796215"/>
                </a:lnTo>
                <a:cubicBezTo>
                  <a:pt x="9820758" y="792984"/>
                  <a:pt x="9818450" y="787676"/>
                  <a:pt x="9814373" y="776368"/>
                </a:cubicBezTo>
                <a:lnTo>
                  <a:pt x="9737142" y="546753"/>
                </a:lnTo>
                <a:cubicBezTo>
                  <a:pt x="9728066" y="519291"/>
                  <a:pt x="9718604" y="506676"/>
                  <a:pt x="9680681" y="506676"/>
                </a:cubicBezTo>
                <a:close/>
                <a:moveTo>
                  <a:pt x="10576989" y="505906"/>
                </a:moveTo>
                <a:lnTo>
                  <a:pt x="10576989" y="796675"/>
                </a:lnTo>
                <a:lnTo>
                  <a:pt x="10625297" y="796675"/>
                </a:lnTo>
                <a:lnTo>
                  <a:pt x="10625297" y="611830"/>
                </a:lnTo>
                <a:lnTo>
                  <a:pt x="10748297" y="759292"/>
                </a:lnTo>
                <a:cubicBezTo>
                  <a:pt x="10765451" y="779984"/>
                  <a:pt x="10776758" y="796675"/>
                  <a:pt x="10795297" y="796675"/>
                </a:cubicBezTo>
                <a:lnTo>
                  <a:pt x="10830528" y="796675"/>
                </a:lnTo>
                <a:lnTo>
                  <a:pt x="10830528" y="531061"/>
                </a:lnTo>
                <a:cubicBezTo>
                  <a:pt x="10830528" y="515752"/>
                  <a:pt x="10820143" y="505906"/>
                  <a:pt x="10804374" y="505906"/>
                </a:cubicBezTo>
                <a:lnTo>
                  <a:pt x="10783066" y="505906"/>
                </a:lnTo>
                <a:lnTo>
                  <a:pt x="10783066" y="680753"/>
                </a:lnTo>
                <a:lnTo>
                  <a:pt x="10664912" y="540061"/>
                </a:lnTo>
                <a:cubicBezTo>
                  <a:pt x="10647297" y="518906"/>
                  <a:pt x="10638297" y="505906"/>
                  <a:pt x="10612527" y="505906"/>
                </a:cubicBezTo>
                <a:close/>
                <a:moveTo>
                  <a:pt x="11640219" y="483368"/>
                </a:moveTo>
                <a:lnTo>
                  <a:pt x="11640219" y="796676"/>
                </a:lnTo>
                <a:lnTo>
                  <a:pt x="11717065" y="796676"/>
                </a:lnTo>
                <a:lnTo>
                  <a:pt x="11717065" y="529214"/>
                </a:lnTo>
                <a:cubicBezTo>
                  <a:pt x="11717065" y="501291"/>
                  <a:pt x="11696758" y="483368"/>
                  <a:pt x="11668758" y="483368"/>
                </a:cubicBezTo>
                <a:close/>
                <a:moveTo>
                  <a:pt x="11134142" y="483368"/>
                </a:moveTo>
                <a:lnTo>
                  <a:pt x="11134142" y="796676"/>
                </a:lnTo>
                <a:lnTo>
                  <a:pt x="11224450" y="796676"/>
                </a:lnTo>
                <a:cubicBezTo>
                  <a:pt x="11310757" y="796676"/>
                  <a:pt x="11358604" y="751676"/>
                  <a:pt x="11358604" y="667830"/>
                </a:cubicBezTo>
                <a:cubicBezTo>
                  <a:pt x="11358604" y="611599"/>
                  <a:pt x="11320296" y="569676"/>
                  <a:pt x="11269681" y="569676"/>
                </a:cubicBezTo>
                <a:cubicBezTo>
                  <a:pt x="11243450" y="569676"/>
                  <a:pt x="11221757" y="579137"/>
                  <a:pt x="11210911" y="589983"/>
                </a:cubicBezTo>
                <a:lnTo>
                  <a:pt x="11210911" y="529214"/>
                </a:lnTo>
                <a:cubicBezTo>
                  <a:pt x="11210911" y="501291"/>
                  <a:pt x="11190988" y="483368"/>
                  <a:pt x="11163065" y="483368"/>
                </a:cubicBezTo>
                <a:close/>
                <a:moveTo>
                  <a:pt x="9848681" y="483292"/>
                </a:moveTo>
                <a:lnTo>
                  <a:pt x="9848681" y="796677"/>
                </a:lnTo>
                <a:lnTo>
                  <a:pt x="9925912" y="796677"/>
                </a:lnTo>
                <a:lnTo>
                  <a:pt x="9925912" y="529138"/>
                </a:lnTo>
                <a:cubicBezTo>
                  <a:pt x="9925912" y="501292"/>
                  <a:pt x="9905604" y="483292"/>
                  <a:pt x="9877604" y="483292"/>
                </a:cubicBezTo>
                <a:close/>
                <a:moveTo>
                  <a:pt x="0" y="0"/>
                </a:moveTo>
                <a:lnTo>
                  <a:pt x="12191997" y="0"/>
                </a:lnTo>
                <a:lnTo>
                  <a:pt x="12191997" y="6859199"/>
                </a:lnTo>
                <a:lnTo>
                  <a:pt x="0" y="6859199"/>
                </a:lnTo>
                <a:close/>
              </a:path>
            </a:pathLst>
          </a:custGeom>
          <a:noFill/>
        </p:spPr>
        <p:txBody>
          <a:bodyPr wrap="square" bIns="720000" anchor="ctr" anchorCtr="0">
            <a:noAutofit/>
          </a:bodyPr>
          <a:lstStyle>
            <a:lvl1pPr algn="ctr">
              <a:defRPr sz="1600"/>
            </a:lvl1pPr>
          </a:lstStyle>
          <a:p>
            <a:r>
              <a:rPr lang="zh-CN" altLang="en-US" noProof="0"/>
              <a:t>单击图标添加图片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3DC1076-5D0B-5116-8974-86B2547E2207}"/>
              </a:ext>
            </a:extLst>
          </p:cNvPr>
          <p:cNvGrpSpPr/>
          <p:nvPr/>
        </p:nvGrpSpPr>
        <p:grpSpPr bwMode="gray">
          <a:xfrm>
            <a:off x="12382500" y="243579"/>
            <a:ext cx="2108200" cy="4306501"/>
            <a:chOff x="9286875" y="182684"/>
            <a:chExt cx="1581150" cy="322987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8EBD840-EB7D-E595-8421-FF5FA4CC3B27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8D253F0-56B5-AF04-CF10-AB672CC50EEC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Click</a:t>
              </a:r>
              <a:r>
                <a:rPr lang="en-US" sz="12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1200" b="0" baseline="0" dirty="0">
                  <a:solidFill>
                    <a:schemeClr val="tx1"/>
                  </a:solidFill>
                </a:rPr>
              </a:br>
              <a:r>
                <a:rPr lang="en-US" sz="12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12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12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1200" b="0" dirty="0">
                <a:solidFill>
                  <a:schemeClr val="tx1"/>
                </a:solidFill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5EBD4D1-9E70-AB67-FD6F-FA9FA1654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655B0AA-1B5C-B641-EA47-A70C93244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B86F07A-7BB2-82A6-D989-381B2A0BED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539E628-49E8-D4A2-7EF9-6F6FA0725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410B5E13-3DC3-EFB6-16F6-41F60656E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8973579-B434-FF09-A3A7-F20239728241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2A5EAB5-91D4-C732-9557-804EBC5C4E11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83984BB-2366-6C46-B5FC-D2B008B512BF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04CA52A-97CD-5628-56D7-0F37688793F0}"/>
                </a:ext>
              </a:extLst>
            </p:cNvPr>
            <p:cNvCxnSpPr>
              <a:stCxn id="22" idx="0"/>
              <a:endCxn id="22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C03F10C-437B-D621-0AFE-268C716ACD73}"/>
                </a:ext>
              </a:extLst>
            </p:cNvPr>
            <p:cNvCxnSpPr>
              <a:stCxn id="22" idx="3"/>
              <a:endCxn id="22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126C402-AA3B-9624-A431-3DF8835EEEEC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55E3420-1BE8-322D-6EB1-1125B41CC40B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32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666798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6626D2-0933-633A-69E9-6B0C468D7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7D42F57-E9BD-EECF-98B1-6F2BCBC47402}"/>
              </a:ext>
            </a:extLst>
          </p:cNvPr>
          <p:cNvSpPr>
            <a:spLocks noGrp="1"/>
          </p:cNvSpPr>
          <p:nvPr>
            <p:ph type="subTitle" idx="21"/>
          </p:nvPr>
        </p:nvSpPr>
        <p:spPr>
          <a:xfrm>
            <a:off x="480000" y="887655"/>
            <a:ext cx="11232000" cy="379656"/>
          </a:xfrm>
        </p:spPr>
        <p:txBody>
          <a:bodyPr tIns="28800" bIns="18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519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DB0818A-20ED-C36D-AE64-21967B4BC3F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20385" y="6534843"/>
            <a:ext cx="287616" cy="184666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2" name="NFO">
            <a:extLst>
              <a:ext uri="{FF2B5EF4-FFF2-40B4-BE49-F238E27FC236}">
                <a16:creationId xmlns:a16="http://schemas.microsoft.com/office/drawing/2014/main" id="{E50A0534-5FFD-6002-1E04-E9756622D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233302" y="451048"/>
            <a:ext cx="2042076" cy="4026403"/>
            <a:chOff x="-1671638" y="188201"/>
            <a:chExt cx="1531557" cy="301980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133D607-D3C4-E526-E9F4-3D6C8461565A}"/>
                </a:ext>
              </a:extLst>
            </p:cNvPr>
            <p:cNvGrpSpPr/>
            <p:nvPr userDrawn="1"/>
          </p:nvGrpSpPr>
          <p:grpSpPr>
            <a:xfrm>
              <a:off x="-1671638" y="188201"/>
              <a:ext cx="1531557" cy="610705"/>
              <a:chOff x="-1671638" y="188201"/>
              <a:chExt cx="1531557" cy="610705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55D15860-FC68-CA4C-4702-D3AD30A7A68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798906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6618505-B9C1-7161-6E2E-123A5DA1BD1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-1671638" y="188203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8E56402-4C0E-8FE6-08D9-DA5186D96A01}"/>
                  </a:ext>
                </a:extLst>
              </p:cNvPr>
              <p:cNvSpPr/>
              <p:nvPr userDrawn="1"/>
            </p:nvSpPr>
            <p:spPr bwMode="gray">
              <a:xfrm>
                <a:off x="-1671638" y="188201"/>
                <a:ext cx="1531557" cy="34659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Title area</a:t>
                </a: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05055F71-8774-5F5F-025B-E7BA68EFFBDA}"/>
                  </a:ext>
                </a:extLst>
              </p:cNvPr>
              <p:cNvCxnSpPr>
                <a:cxnSpLocks/>
              </p:cNvCxnSpPr>
              <p:nvPr userDrawn="1"/>
            </p:nvCxnSpPr>
            <p:spPr bwMode="gray">
              <a:xfrm>
                <a:off x="-1671638" y="534795"/>
                <a:ext cx="1531557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AE403FD-AA22-1713-813E-738AEE619297}"/>
                  </a:ext>
                </a:extLst>
              </p:cNvPr>
              <p:cNvSpPr/>
              <p:nvPr userDrawn="1"/>
            </p:nvSpPr>
            <p:spPr bwMode="gray">
              <a:xfrm>
                <a:off x="-1671638" y="539832"/>
                <a:ext cx="1531557" cy="25907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54000" rIns="108000" bIns="54000" rtlCol="0" anchor="ctr" anchorCtr="0">
                <a:noAutofit/>
              </a:bodyPr>
              <a:lstStyle/>
              <a:p>
                <a:pPr algn="l"/>
                <a:r>
                  <a:rPr lang="en-US" sz="1333" b="0" dirty="0">
                    <a:solidFill>
                      <a:schemeClr val="tx1"/>
                    </a:solidFill>
                  </a:rPr>
                  <a:t>Subtitle area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277855D-37EF-30DB-C093-1CB4F7519EFF}"/>
                </a:ext>
              </a:extLst>
            </p:cNvPr>
            <p:cNvGrpSpPr/>
            <p:nvPr userDrawn="1"/>
          </p:nvGrpSpPr>
          <p:grpSpPr>
            <a:xfrm>
              <a:off x="-1671638" y="1405512"/>
              <a:ext cx="1531557" cy="1802493"/>
              <a:chOff x="-1671638" y="1405512"/>
              <a:chExt cx="1531557" cy="1802493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C12A4B4-4B0F-118B-F1F2-2B4E38E45DC8}"/>
                  </a:ext>
                </a:extLst>
              </p:cNvPr>
              <p:cNvSpPr/>
              <p:nvPr userDrawn="1"/>
            </p:nvSpPr>
            <p:spPr bwMode="gray">
              <a:xfrm>
                <a:off x="-1671638" y="1405512"/>
                <a:ext cx="1531557" cy="1802493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0" bIns="108000" rtlCol="0" anchor="b" anchorCtr="0">
                <a:noAutofit/>
              </a:bodyPr>
              <a:lstStyle/>
              <a:p>
                <a:pPr algn="l"/>
                <a:r>
                  <a:rPr lang="en-US" sz="1200" b="1" dirty="0">
                    <a:solidFill>
                      <a:schemeClr val="tx1"/>
                    </a:solidFill>
                  </a:rPr>
                  <a:t>AkzoNobel Bullets</a:t>
                </a:r>
              </a:p>
              <a:p>
                <a:pPr algn="l"/>
                <a:r>
                  <a:rPr lang="en-US" sz="1200" b="0" dirty="0">
                    <a:solidFill>
                      <a:schemeClr val="tx1"/>
                    </a:solidFill>
                  </a:rPr>
                  <a:t>Only use the </a:t>
                </a:r>
                <a:r>
                  <a:rPr lang="en-US" sz="1200" b="0" u="sng" dirty="0">
                    <a:solidFill>
                      <a:schemeClr val="tx1"/>
                    </a:solidFill>
                  </a:rPr>
                  <a:t>List Level buttons</a:t>
                </a:r>
                <a:r>
                  <a:rPr lang="en-US" sz="1200" b="0" dirty="0">
                    <a:solidFill>
                      <a:schemeClr val="tx1"/>
                    </a:solidFill>
                  </a:rPr>
                  <a:t> to apply the</a:t>
                </a:r>
                <a:r>
                  <a:rPr lang="en-US" sz="1200" b="0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1200" b="0" i="0" u="none" baseline="0" dirty="0">
                    <a:solidFill>
                      <a:schemeClr val="tx1"/>
                    </a:solidFill>
                  </a:rPr>
                  <a:t>AkzoNobel Branded Bullets</a:t>
                </a:r>
                <a:endParaRPr lang="en-US" sz="1200" b="0" i="0" u="non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9A7EA1D-7CB5-725E-7CD2-6755ECE6BC73}"/>
                  </a:ext>
                </a:extLst>
              </p:cNvPr>
              <p:cNvGrpSpPr/>
              <p:nvPr userDrawn="1"/>
            </p:nvGrpSpPr>
            <p:grpSpPr>
              <a:xfrm>
                <a:off x="-1573454" y="1531453"/>
                <a:ext cx="1335187" cy="795026"/>
                <a:chOff x="-1573454" y="1531453"/>
                <a:chExt cx="1335187" cy="795026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F85ED67E-4FDE-4D98-668C-4128393EF7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-1573454" y="1531453"/>
                  <a:ext cx="1335187" cy="795026"/>
                </a:xfrm>
                <a:custGeom>
                  <a:avLst/>
                  <a:gdLst>
                    <a:gd name="connsiteX0" fmla="*/ 0 w 2840306"/>
                    <a:gd name="connsiteY0" fmla="*/ 0 h 1691236"/>
                    <a:gd name="connsiteX1" fmla="*/ 2840306 w 2840306"/>
                    <a:gd name="connsiteY1" fmla="*/ 0 h 1691236"/>
                    <a:gd name="connsiteX2" fmla="*/ 2840306 w 2840306"/>
                    <a:gd name="connsiteY2" fmla="*/ 1691236 h 1691236"/>
                    <a:gd name="connsiteX3" fmla="*/ 0 w 2840306"/>
                    <a:gd name="connsiteY3" fmla="*/ 1691236 h 1691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40306" h="1691236">
                      <a:moveTo>
                        <a:pt x="0" y="0"/>
                      </a:moveTo>
                      <a:lnTo>
                        <a:pt x="2840306" y="0"/>
                      </a:lnTo>
                      <a:lnTo>
                        <a:pt x="2840306" y="1691236"/>
                      </a:lnTo>
                      <a:lnTo>
                        <a:pt x="0" y="1691236"/>
                      </a:lnTo>
                      <a:close/>
                    </a:path>
                  </a:pathLst>
                </a:custGeom>
              </p:spPr>
            </p:pic>
            <p:sp>
              <p:nvSpPr>
                <p:cNvPr id="12" name="Multiply 30">
                  <a:extLst>
                    <a:ext uri="{FF2B5EF4-FFF2-40B4-BE49-F238E27FC236}">
                      <a16:creationId xmlns:a16="http://schemas.microsoft.com/office/drawing/2014/main" id="{4FB2077E-30DE-0E24-0F0A-E7D98CE72E1F}"/>
                    </a:ext>
                  </a:extLst>
                </p:cNvPr>
                <p:cNvSpPr/>
                <p:nvPr/>
              </p:nvSpPr>
              <p:spPr bwMode="gray">
                <a:xfrm>
                  <a:off x="-1571627" y="1551174"/>
                  <a:ext cx="245272" cy="245272"/>
                </a:xfrm>
                <a:prstGeom prst="mathMultiply">
                  <a:avLst>
                    <a:gd name="adj1" fmla="val 8315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l"/>
                  <a:endParaRPr lang="en-US" sz="3200" dirty="0" err="1"/>
                </a:p>
              </p:txBody>
            </p:sp>
          </p:grp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4B024B-4309-A5B5-1F55-4B0C41312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383226" y="451048"/>
            <a:ext cx="2042076" cy="814273"/>
            <a:chOff x="-1671638" y="188201"/>
            <a:chExt cx="1531557" cy="610705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E66CE3-E54C-0336-A7BD-9062C435E9B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798906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F384D04-2598-7CF0-3A8F-13AD63354916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671638" y="188203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7164B42-AC09-E1AF-DEB7-88F6D159763F}"/>
                </a:ext>
              </a:extLst>
            </p:cNvPr>
            <p:cNvSpPr/>
            <p:nvPr userDrawn="1"/>
          </p:nvSpPr>
          <p:spPr bwMode="gray">
            <a:xfrm>
              <a:off x="-1671638" y="188201"/>
              <a:ext cx="1531557" cy="34659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Title area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1A84AD4-695B-1BCC-D117-F4519D7A635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671638" y="534795"/>
              <a:ext cx="1531557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A7CA91E-592C-7F2A-5B78-6CB0D4581224}"/>
                </a:ext>
              </a:extLst>
            </p:cNvPr>
            <p:cNvSpPr/>
            <p:nvPr userDrawn="1"/>
          </p:nvSpPr>
          <p:spPr bwMode="gray">
            <a:xfrm>
              <a:off x="-1671638" y="539832"/>
              <a:ext cx="1531557" cy="259074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54000" rIns="108000" bIns="54000" rtlCol="0" anchor="ctr" anchorCtr="0">
              <a:noAutofit/>
            </a:bodyPr>
            <a:lstStyle/>
            <a:p>
              <a:pPr algn="l"/>
              <a:r>
                <a:rPr lang="en-US" sz="1333" b="0" dirty="0">
                  <a:solidFill>
                    <a:schemeClr val="tx1"/>
                  </a:solidFill>
                </a:rPr>
                <a:t>Subtitle area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1942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 slide – gradient logo">
    <p:bg bwMode="gray"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logo">
            <a:extLst>
              <a:ext uri="{FF2B5EF4-FFF2-40B4-BE49-F238E27FC236}">
                <a16:creationId xmlns:a16="http://schemas.microsoft.com/office/drawing/2014/main" id="{44719F2D-43E1-F62F-5ADE-130BBC5CE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" r="19"/>
          <a:stretch/>
        </p:blipFill>
        <p:spPr>
          <a:xfrm>
            <a:off x="9249222" y="192769"/>
            <a:ext cx="2752821" cy="900000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9625CAEF-7F4C-46C1-8A48-672F893B6657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 bwMode="gray">
          <a:xfrm>
            <a:off x="2" y="-600"/>
            <a:ext cx="12191999" cy="685920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>
            <a:lvl1pPr marL="0" marR="0" indent="0" algn="ctr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Arial" pitchFamily="34" charset="0"/>
              <a:buNone/>
              <a:tabLst/>
              <a:defRPr sz="16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Movie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dirty="0"/>
          </a:p>
          <a:p>
            <a:endParaRPr lang="en-US" dirty="0"/>
          </a:p>
        </p:txBody>
      </p:sp>
      <p:sp>
        <p:nvSpPr>
          <p:cNvPr id="26" name="Rectangle 25"/>
          <p:cNvSpPr/>
          <p:nvPr/>
        </p:nvSpPr>
        <p:spPr bwMode="gray">
          <a:xfrm>
            <a:off x="12385040" y="243579"/>
            <a:ext cx="2001520" cy="2160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>
            <a:noAutofit/>
          </a:bodyPr>
          <a:lstStyle/>
          <a:p>
            <a:pPr algn="l"/>
            <a:r>
              <a:rPr lang="en-US" sz="1200" b="1">
                <a:solidFill>
                  <a:schemeClr val="tx1"/>
                </a:solidFill>
              </a:rPr>
              <a:t>The AkzoNobel logo is optional, please remove if not needed</a:t>
            </a:r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r>
              <a:rPr lang="en-US" sz="1200" b="1" dirty="0">
                <a:solidFill>
                  <a:schemeClr val="tx1"/>
                </a:solidFill>
              </a:rPr>
              <a:t>Supported format for the</a:t>
            </a:r>
            <a:r>
              <a:rPr lang="en-US" sz="1200" b="1" baseline="0" dirty="0">
                <a:solidFill>
                  <a:schemeClr val="tx1"/>
                </a:solidFill>
              </a:rPr>
              <a:t> Windows platform</a:t>
            </a:r>
            <a:endParaRPr lang="en-US" sz="1200" b="1" dirty="0">
              <a:solidFill>
                <a:schemeClr val="tx1"/>
              </a:solidFill>
            </a:endParaRPr>
          </a:p>
          <a:p>
            <a:pPr algn="l"/>
            <a:r>
              <a:rPr lang="en-US" sz="1200" b="0" dirty="0">
                <a:solidFill>
                  <a:schemeClr val="tx1"/>
                </a:solidFill>
              </a:rPr>
              <a:t>• MP4</a:t>
            </a:r>
            <a:br>
              <a:rPr lang="en-US" sz="1200" b="0" dirty="0">
                <a:solidFill>
                  <a:schemeClr val="tx1"/>
                </a:solidFill>
              </a:rPr>
            </a:br>
            <a:r>
              <a:rPr lang="en-US" sz="1200" b="0" dirty="0">
                <a:solidFill>
                  <a:schemeClr val="tx1"/>
                </a:solidFill>
              </a:rPr>
              <a:t>• WMV</a:t>
            </a:r>
          </a:p>
          <a:p>
            <a: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chemeClr val="tx1"/>
                </a:solidFill>
              </a:rPr>
              <a:t>• MPG</a:t>
            </a:r>
          </a:p>
        </p:txBody>
      </p:sp>
      <p:sp>
        <p:nvSpPr>
          <p:cNvPr id="2" name="!!logoLayer">
            <a:extLst>
              <a:ext uri="{FF2B5EF4-FFF2-40B4-BE49-F238E27FC236}">
                <a16:creationId xmlns:a16="http://schemas.microsoft.com/office/drawing/2014/main" id="{726125A2-A833-B84B-B290-974C15ED0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>
          <a:xfrm>
            <a:off x="9249221" y="0"/>
            <a:ext cx="2942778" cy="1092994"/>
          </a:xfrm>
          <a:prstGeom prst="rect">
            <a:avLst/>
          </a:prstGeom>
          <a:blipFill dpi="0"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2" t="17571" r="6354"/>
            </a:stretch>
          </a:blip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818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 slide – white logo">
    <p:bg bwMode="gray">
      <p:bgPr>
        <a:solidFill>
          <a:srgbClr val="CBCB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!!logo">
            <a:extLst>
              <a:ext uri="{FF2B5EF4-FFF2-40B4-BE49-F238E27FC236}">
                <a16:creationId xmlns:a16="http://schemas.microsoft.com/office/drawing/2014/main" id="{6106E6AC-09F8-E4B2-B3AE-837AF730B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9222" y="192769"/>
            <a:ext cx="2753846" cy="900000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9625CAEF-7F4C-46C1-8A48-672F893B6657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 bwMode="gray">
          <a:xfrm>
            <a:off x="2" y="-600"/>
            <a:ext cx="12191999" cy="685920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>
            <a:lvl1pPr marL="0" marR="0" indent="0" algn="ctr" defTabSz="1219170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Arial" pitchFamily="34" charset="0"/>
              <a:buNone/>
              <a:tabLst/>
              <a:defRPr sz="16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Movie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dirty="0"/>
          </a:p>
          <a:p>
            <a:endParaRPr lang="en-US" dirty="0"/>
          </a:p>
        </p:txBody>
      </p:sp>
      <p:sp>
        <p:nvSpPr>
          <p:cNvPr id="26" name="Rectangle 25"/>
          <p:cNvSpPr/>
          <p:nvPr/>
        </p:nvSpPr>
        <p:spPr bwMode="gray">
          <a:xfrm>
            <a:off x="12385040" y="243579"/>
            <a:ext cx="2001520" cy="2160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>
            <a:noAutofit/>
          </a:bodyPr>
          <a:lstStyle/>
          <a:p>
            <a:pPr algn="l"/>
            <a:r>
              <a:rPr lang="en-US" sz="1200" b="1">
                <a:solidFill>
                  <a:schemeClr val="tx1"/>
                </a:solidFill>
              </a:rPr>
              <a:t>The AkzoNobel logo is optional, please remove if not needed</a:t>
            </a:r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r>
              <a:rPr lang="en-US" sz="1200" b="1" dirty="0">
                <a:solidFill>
                  <a:schemeClr val="tx1"/>
                </a:solidFill>
              </a:rPr>
              <a:t>Supported format for the</a:t>
            </a:r>
            <a:r>
              <a:rPr lang="en-US" sz="1200" b="1" baseline="0" dirty="0">
                <a:solidFill>
                  <a:schemeClr val="tx1"/>
                </a:solidFill>
              </a:rPr>
              <a:t> Windows platform</a:t>
            </a:r>
            <a:endParaRPr lang="en-US" sz="1200" b="1" dirty="0">
              <a:solidFill>
                <a:schemeClr val="tx1"/>
              </a:solidFill>
            </a:endParaRPr>
          </a:p>
          <a:p>
            <a:pPr algn="l"/>
            <a:r>
              <a:rPr lang="en-US" sz="1200" b="0" dirty="0">
                <a:solidFill>
                  <a:schemeClr val="tx1"/>
                </a:solidFill>
              </a:rPr>
              <a:t>• MP4</a:t>
            </a:r>
            <a:br>
              <a:rPr lang="en-US" sz="1200" b="0" dirty="0">
                <a:solidFill>
                  <a:schemeClr val="tx1"/>
                </a:solidFill>
              </a:rPr>
            </a:br>
            <a:r>
              <a:rPr lang="en-US" sz="1200" b="0" dirty="0">
                <a:solidFill>
                  <a:schemeClr val="tx1"/>
                </a:solidFill>
              </a:rPr>
              <a:t>• WMV</a:t>
            </a:r>
          </a:p>
          <a:p>
            <a: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chemeClr val="tx1"/>
                </a:solidFill>
              </a:rPr>
              <a:t>• MPG</a:t>
            </a:r>
          </a:p>
        </p:txBody>
      </p:sp>
      <p:sp>
        <p:nvSpPr>
          <p:cNvPr id="3" name="!!logoLayer">
            <a:extLst>
              <a:ext uri="{FF2B5EF4-FFF2-40B4-BE49-F238E27FC236}">
                <a16:creationId xmlns:a16="http://schemas.microsoft.com/office/drawing/2014/main" id="{93EA0C42-2EE0-DD4D-48AA-DBC015767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49222" y="-600"/>
            <a:ext cx="2942778" cy="1093595"/>
          </a:xfrm>
          <a:prstGeom prst="rect">
            <a:avLst/>
          </a:prstGeom>
          <a:blipFill dpi="0"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" t="17616" r="6595"/>
            </a:stretch>
          </a:blip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49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1AE42BE-A877-7166-829A-CA1E2A822E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1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40F06A8-3918-A97D-C7A6-D4F2B38082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691218"/>
            <a:ext cx="4177259" cy="5166783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4136118-C5EC-FBE1-316E-E06A65CF1CEB}"/>
              </a:ext>
            </a:extLst>
          </p:cNvPr>
          <p:cNvSpPr txBox="1">
            <a:spLocks/>
          </p:cNvSpPr>
          <p:nvPr userDrawn="1"/>
        </p:nvSpPr>
        <p:spPr>
          <a:xfrm>
            <a:off x="8610602" y="6318447"/>
            <a:ext cx="2743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0" dirty="0"/>
              <a:t>内部培训请勿传播</a:t>
            </a:r>
            <a:endParaRPr lang="en-US" sz="1000" b="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35F042F-147E-F9EA-A26D-C85E444A919A}"/>
              </a:ext>
            </a:extLst>
          </p:cNvPr>
          <p:cNvSpPr txBox="1">
            <a:spLocks/>
          </p:cNvSpPr>
          <p:nvPr userDrawn="1"/>
        </p:nvSpPr>
        <p:spPr>
          <a:xfrm>
            <a:off x="11353800" y="6305654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33CB2A-1702-4C1D-9CC4-8D472D39F19E}" type="slidenum">
              <a:rPr lang="en-US" sz="1600" smtClean="0"/>
              <a:pPr/>
              <a:t>‹#›</a:t>
            </a:fld>
            <a:endParaRPr lang="en-US" sz="1600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B2751A66-AB50-82AB-9EE4-F3E70E977B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71896" y="0"/>
            <a:ext cx="2036050" cy="666888"/>
          </a:xfrm>
          <a:prstGeom prst="rect">
            <a:avLst/>
          </a:prstGeom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D624849-B1FB-C49E-D32D-7C934C7211A7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dirty="0"/>
              <a:t>门店初级认证</a:t>
            </a:r>
            <a:r>
              <a:rPr lang="en-US" sz="1100" dirty="0"/>
              <a:t>2026</a:t>
            </a:r>
            <a:r>
              <a:rPr lang="zh-CN" altLang="en-US" sz="1100" dirty="0"/>
              <a:t>版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07616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key brands – Blue">
    <p:bg bwMode="gray">
      <p:bgPr>
        <a:gradFill>
          <a:gsLst>
            <a:gs pos="25000">
              <a:srgbClr val="005192"/>
            </a:gs>
            <a:gs pos="75000">
              <a:srgbClr val="008BC5"/>
            </a:gs>
          </a:gsLst>
          <a:lin ang="19848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!!logo">
            <a:extLst>
              <a:ext uri="{FF2B5EF4-FFF2-40B4-BE49-F238E27FC236}">
                <a16:creationId xmlns:a16="http://schemas.microsoft.com/office/drawing/2014/main" id="{8F3C6EC4-5EA8-3EED-2AFC-9810ECEAA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713" y="38102"/>
            <a:ext cx="4141785" cy="135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BC6F47-8680-0110-B07D-3128A943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2366" y="2441049"/>
            <a:ext cx="4489634" cy="44169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0CE71EB-7F2C-9E7B-1394-5D52F4E85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672139"/>
            <a:ext cx="12192000" cy="954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6099545-B520-BE7A-265F-6D187BDD7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37" y="5794654"/>
            <a:ext cx="5838163" cy="666356"/>
            <a:chOff x="905537" y="5794654"/>
            <a:chExt cx="5838163" cy="666356"/>
          </a:xfrm>
        </p:grpSpPr>
        <p:pic>
          <p:nvPicPr>
            <p:cNvPr id="10" name="Picture 9" descr="A blue square with a rainbow colored swirl&#10;&#10;Description automatically generated">
              <a:extLst>
                <a:ext uri="{FF2B5EF4-FFF2-40B4-BE49-F238E27FC236}">
                  <a16:creationId xmlns:a16="http://schemas.microsoft.com/office/drawing/2014/main" id="{05702DDF-3D93-7510-B260-8D1EC8E4345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5537" y="5794654"/>
              <a:ext cx="666088" cy="666356"/>
            </a:xfrm>
            <a:prstGeom prst="rect">
              <a:avLst/>
            </a:prstGeom>
          </p:spPr>
        </p:pic>
        <p:pic>
          <p:nvPicPr>
            <p:cNvPr id="11" name="Picture 10" descr="A white and blue rectangle with blue text&#10;&#10;Description automatically generated">
              <a:extLst>
                <a:ext uri="{FF2B5EF4-FFF2-40B4-BE49-F238E27FC236}">
                  <a16:creationId xmlns:a16="http://schemas.microsoft.com/office/drawing/2014/main" id="{01024A91-E5EF-2DB7-8E99-01D47C9849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28457" y="5886294"/>
              <a:ext cx="964776" cy="477958"/>
            </a:xfrm>
            <a:prstGeom prst="rect">
              <a:avLst/>
            </a:prstGeom>
          </p:spPr>
        </p:pic>
        <p:pic>
          <p:nvPicPr>
            <p:cNvPr id="12" name="Picture 11" descr="A blue and black logo&#10;&#10;Description automatically generated">
              <a:extLst>
                <a:ext uri="{FF2B5EF4-FFF2-40B4-BE49-F238E27FC236}">
                  <a16:creationId xmlns:a16="http://schemas.microsoft.com/office/drawing/2014/main" id="{998D9953-E89A-C4D2-9D56-3889869F3D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73875" y="6007504"/>
              <a:ext cx="1692000" cy="214788"/>
            </a:xfrm>
            <a:prstGeom prst="rect">
              <a:avLst/>
            </a:prstGeom>
          </p:spPr>
        </p:pic>
        <p:pic>
          <p:nvPicPr>
            <p:cNvPr id="13" name="Picture 12" descr="A blue and yellow logo&#10;&#10;Description automatically generated">
              <a:extLst>
                <a:ext uri="{FF2B5EF4-FFF2-40B4-BE49-F238E27FC236}">
                  <a16:creationId xmlns:a16="http://schemas.microsoft.com/office/drawing/2014/main" id="{996B5C8F-C4F3-BA4F-8AB0-907ECED700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19762" y="6014600"/>
              <a:ext cx="1023938" cy="348204"/>
            </a:xfrm>
            <a:prstGeom prst="rect">
              <a:avLst/>
            </a:prstGeom>
          </p:spPr>
        </p:pic>
      </p:grpSp>
      <p:sp>
        <p:nvSpPr>
          <p:cNvPr id="4" name="Title 4">
            <a:extLst>
              <a:ext uri="{FF2B5EF4-FFF2-40B4-BE49-F238E27FC236}">
                <a16:creationId xmlns:a16="http://schemas.microsoft.com/office/drawing/2014/main" id="{4F282B6D-496F-DEC9-9908-5401D6FA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2572656"/>
            <a:ext cx="8532000" cy="1368000"/>
          </a:xfrm>
        </p:spPr>
        <p:txBody>
          <a:bodyPr wrap="square">
            <a:noAutofit/>
          </a:bodyPr>
          <a:lstStyle>
            <a:lvl1pPr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grpSp>
        <p:nvGrpSpPr>
          <p:cNvPr id="2" name="marker">
            <a:extLst>
              <a:ext uri="{FF2B5EF4-FFF2-40B4-BE49-F238E27FC236}">
                <a16:creationId xmlns:a16="http://schemas.microsoft.com/office/drawing/2014/main" id="{4A7161F4-ECBA-D1CD-6500-D6E53E3E2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F198E76-0AB8-D5ED-F7FA-9E5A0AD8289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039AAEF-0A54-3217-90B9-60F1292C9A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marker">
            <a:extLst>
              <a:ext uri="{FF2B5EF4-FFF2-40B4-BE49-F238E27FC236}">
                <a16:creationId xmlns:a16="http://schemas.microsoft.com/office/drawing/2014/main" id="{8AD74055-F0A2-3B20-888A-413E5F09C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810285"/>
            <a:ext cx="0" cy="12964848"/>
            <a:chOff x="480000" y="-360000"/>
            <a:chExt cx="0" cy="1296484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00D29C5-3DD7-62AD-ADB9-82803E3A728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9C0CC54-65FE-F177-D92E-8E6ABA7D90E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marker">
            <a:extLst>
              <a:ext uri="{FF2B5EF4-FFF2-40B4-BE49-F238E27FC236}">
                <a16:creationId xmlns:a16="http://schemas.microsoft.com/office/drawing/2014/main" id="{CD4D479E-80C9-6CC8-D98F-377EBF0A0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091786B-B7CC-6242-1363-35B0C0EDF6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672E962-97CE-63B2-6DEF-8D918825C9A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marker">
            <a:extLst>
              <a:ext uri="{FF2B5EF4-FFF2-40B4-BE49-F238E27FC236}">
                <a16:creationId xmlns:a16="http://schemas.microsoft.com/office/drawing/2014/main" id="{47BFFCB1-21BB-E6FE-7E4D-C3A7D5297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2000" y="-360000"/>
            <a:ext cx="0" cy="7541766"/>
            <a:chOff x="480000" y="-360000"/>
            <a:chExt cx="0" cy="754176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555FD0C-730D-1E2A-428D-C56E8FC2B7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8E2E53A-9C26-B96F-531E-D7ECC12A72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marker">
            <a:extLst>
              <a:ext uri="{FF2B5EF4-FFF2-40B4-BE49-F238E27FC236}">
                <a16:creationId xmlns:a16="http://schemas.microsoft.com/office/drawing/2014/main" id="{62505F61-DC83-390C-8545-4273BF2B7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12000"/>
            <a:ext cx="0" cy="12964848"/>
            <a:chOff x="480000" y="-360000"/>
            <a:chExt cx="0" cy="1296484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6E4340F-CEA9-5A22-45C3-DA87CA19C7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F7A41F9-635D-4F99-4E74-4753DDA0FF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marker">
            <a:extLst>
              <a:ext uri="{FF2B5EF4-FFF2-40B4-BE49-F238E27FC236}">
                <a16:creationId xmlns:a16="http://schemas.microsoft.com/office/drawing/2014/main" id="{6BE9BF44-6E7E-27D4-CA13-3C5FF0165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536800"/>
            <a:ext cx="0" cy="12964848"/>
            <a:chOff x="480000" y="-360000"/>
            <a:chExt cx="0" cy="1296484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B19DB6-D31A-C65F-5B74-7CEF995B2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BDED677-9A3B-2F52-4FD4-EB94DCD7B0E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marker">
            <a:extLst>
              <a:ext uri="{FF2B5EF4-FFF2-40B4-BE49-F238E27FC236}">
                <a16:creationId xmlns:a16="http://schemas.microsoft.com/office/drawing/2014/main" id="{F4A1FC24-D971-1670-D35E-D4BD92A9A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3909768"/>
            <a:ext cx="0" cy="12964848"/>
            <a:chOff x="480000" y="-360000"/>
            <a:chExt cx="0" cy="12964848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3D247DF-FDEB-0743-C61A-FB970B88DC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BE7B3E6-CA28-086A-89CB-167B4C9BA9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marker">
            <a:extLst>
              <a:ext uri="{FF2B5EF4-FFF2-40B4-BE49-F238E27FC236}">
                <a16:creationId xmlns:a16="http://schemas.microsoft.com/office/drawing/2014/main" id="{2F47D358-2B60-7934-D688-A69B3E8DE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541769"/>
            <a:ext cx="0" cy="12964848"/>
            <a:chOff x="480000" y="-360000"/>
            <a:chExt cx="0" cy="12964848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257ED46-EF67-39B9-D6A3-287E33E835A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FF1ADD2-5ED7-23F4-F9B2-AD8E648162A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7078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logo bar – Purple">
    <p:bg bwMode="gray">
      <p:bgPr>
        <a:gradFill>
          <a:gsLst>
            <a:gs pos="25000">
              <a:srgbClr val="542C97"/>
            </a:gs>
            <a:gs pos="100000">
              <a:srgbClr val="000394"/>
            </a:gs>
          </a:gsLst>
          <a:lin ang="19836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>
            <a:extLst>
              <a:ext uri="{FF2B5EF4-FFF2-40B4-BE49-F238E27FC236}">
                <a16:creationId xmlns:a16="http://schemas.microsoft.com/office/drawing/2014/main" id="{7AA9FD95-0C5D-698B-ABCA-49B13654E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713" y="38102"/>
            <a:ext cx="4141785" cy="1353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0B4036-8F15-749B-36BC-5F8FB3A29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2367" y="2441049"/>
            <a:ext cx="4489634" cy="44169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C1293C-A1A5-F147-A132-F2EB761B0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672139"/>
            <a:ext cx="12192000" cy="954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4F282B6D-496F-DEC9-9908-5401D6FA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2572656"/>
            <a:ext cx="8532000" cy="1368000"/>
          </a:xfrm>
        </p:spPr>
        <p:txBody>
          <a:bodyPr wrap="square">
            <a:noAutofit/>
          </a:bodyPr>
          <a:lstStyle>
            <a:lvl1pPr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grpSp>
        <p:nvGrpSpPr>
          <p:cNvPr id="5" name="marker">
            <a:extLst>
              <a:ext uri="{FF2B5EF4-FFF2-40B4-BE49-F238E27FC236}">
                <a16:creationId xmlns:a16="http://schemas.microsoft.com/office/drawing/2014/main" id="{D75C456E-E9B4-C5AE-E8B3-9A3C3077F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181F84B-4BA1-5F1A-6572-53D3B4B5B4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870C1D4-292C-A89D-DBD3-2B379249A4B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marker">
            <a:extLst>
              <a:ext uri="{FF2B5EF4-FFF2-40B4-BE49-F238E27FC236}">
                <a16:creationId xmlns:a16="http://schemas.microsoft.com/office/drawing/2014/main" id="{2E04BBDE-9EF1-C52C-0CD8-D67C81635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2000" y="-360000"/>
            <a:ext cx="0" cy="7541766"/>
            <a:chOff x="480000" y="-360000"/>
            <a:chExt cx="0" cy="754176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90B5042-4B51-8B1B-4105-FE14045BB8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1DCC68B-1CE5-F69A-A116-B308FEBD1E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marker">
            <a:extLst>
              <a:ext uri="{FF2B5EF4-FFF2-40B4-BE49-F238E27FC236}">
                <a16:creationId xmlns:a16="http://schemas.microsoft.com/office/drawing/2014/main" id="{B7C19127-3DCD-6B4C-840A-F3ABEDBD6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12000"/>
            <a:ext cx="0" cy="12964848"/>
            <a:chOff x="480000" y="-360000"/>
            <a:chExt cx="0" cy="1296484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579A0E0-3C32-918F-4D42-C0FCF8CD7D1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F37F3E2-643D-1D1E-8062-DF92DB2D33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marker">
            <a:extLst>
              <a:ext uri="{FF2B5EF4-FFF2-40B4-BE49-F238E27FC236}">
                <a16:creationId xmlns:a16="http://schemas.microsoft.com/office/drawing/2014/main" id="{D0A77149-825F-4DE4-C3FB-0A6D1C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536800"/>
            <a:ext cx="0" cy="12964848"/>
            <a:chOff x="480000" y="-360000"/>
            <a:chExt cx="0" cy="1296484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F321D0C-217B-CB2A-A941-925ACC3B0F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E7D030B-0E9F-46E5-388E-9E71ABEA2A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marker">
            <a:extLst>
              <a:ext uri="{FF2B5EF4-FFF2-40B4-BE49-F238E27FC236}">
                <a16:creationId xmlns:a16="http://schemas.microsoft.com/office/drawing/2014/main" id="{DA6C0DBD-F8FB-364D-3B8E-54C426DC7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810285"/>
            <a:ext cx="0" cy="12964848"/>
            <a:chOff x="480000" y="-360000"/>
            <a:chExt cx="0" cy="1296484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710FF2A-C85C-20AC-BD60-3DC2B1CC9B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17FAF3E-F3DE-41A7-D276-9FD356F4F9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marker">
            <a:extLst>
              <a:ext uri="{FF2B5EF4-FFF2-40B4-BE49-F238E27FC236}">
                <a16:creationId xmlns:a16="http://schemas.microsoft.com/office/drawing/2014/main" id="{27E3EA36-CAAF-F615-01D7-E175E3346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3F2916-3553-C3AC-4407-AB10748AC8B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E277F45-1E71-7213-63BC-D09DE1EA46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marker">
            <a:extLst>
              <a:ext uri="{FF2B5EF4-FFF2-40B4-BE49-F238E27FC236}">
                <a16:creationId xmlns:a16="http://schemas.microsoft.com/office/drawing/2014/main" id="{62C78D69-C674-149D-CB9D-DFDA86289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3909768"/>
            <a:ext cx="0" cy="12964848"/>
            <a:chOff x="480000" y="-360000"/>
            <a:chExt cx="0" cy="1296484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439A587-730E-19D2-3CD2-7CCA2A786FC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C5D1490-1349-E190-D0BA-0607F804AD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marker">
            <a:extLst>
              <a:ext uri="{FF2B5EF4-FFF2-40B4-BE49-F238E27FC236}">
                <a16:creationId xmlns:a16="http://schemas.microsoft.com/office/drawing/2014/main" id="{759C2C35-41BD-D3CA-9D69-7C44F622AE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541769"/>
            <a:ext cx="0" cy="12964848"/>
            <a:chOff x="480000" y="-360000"/>
            <a:chExt cx="0" cy="1296484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C47D848-BDF7-3021-68AC-324EBC674F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BD8BF50-820F-7657-AE8D-69CC0551539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167A2C1-D9D2-1544-C52D-B45E98D071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8850" y="5807138"/>
            <a:ext cx="10274298" cy="684000"/>
          </a:xfrm>
        </p:spPr>
        <p:txBody>
          <a:bodyPr anchor="ctr" anchorCtr="0"/>
          <a:lstStyle>
            <a:lvl1pPr algn="ctr">
              <a:defRPr sz="1400"/>
            </a:lvl1pPr>
          </a:lstStyle>
          <a:p>
            <a:pPr lvl="0"/>
            <a:r>
              <a:rPr lang="en-US"/>
              <a:t>[Product logo area]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7892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logo bar – Violet">
    <p:bg bwMode="gray">
      <p:bgPr>
        <a:gradFill>
          <a:gsLst>
            <a:gs pos="1000">
              <a:srgbClr val="300281"/>
            </a:gs>
            <a:gs pos="100000">
              <a:srgbClr val="A8269A"/>
            </a:gs>
          </a:gsLst>
          <a:lin ang="19836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>
            <a:extLst>
              <a:ext uri="{FF2B5EF4-FFF2-40B4-BE49-F238E27FC236}">
                <a16:creationId xmlns:a16="http://schemas.microsoft.com/office/drawing/2014/main" id="{FBEACCAF-E916-38E3-92D9-556B972C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713" y="38102"/>
            <a:ext cx="4141785" cy="1353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A9C4CE-A494-DA75-97F6-C89345175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2366" y="2441049"/>
            <a:ext cx="4489634" cy="44169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600617-F590-1642-B068-1782A53E8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672139"/>
            <a:ext cx="12192000" cy="954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4F282B6D-496F-DEC9-9908-5401D6FA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2572656"/>
            <a:ext cx="8532000" cy="1368000"/>
          </a:xfrm>
        </p:spPr>
        <p:txBody>
          <a:bodyPr wrap="square">
            <a:noAutofit/>
          </a:bodyPr>
          <a:lstStyle>
            <a:lvl1pPr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grpSp>
        <p:nvGrpSpPr>
          <p:cNvPr id="5" name="marker">
            <a:extLst>
              <a:ext uri="{FF2B5EF4-FFF2-40B4-BE49-F238E27FC236}">
                <a16:creationId xmlns:a16="http://schemas.microsoft.com/office/drawing/2014/main" id="{B0D5CF84-9DC4-66D1-04BF-24E026935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850" y="-360000"/>
            <a:ext cx="0" cy="7541766"/>
            <a:chOff x="480000" y="-360000"/>
            <a:chExt cx="0" cy="754176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858A51-0BB1-123F-642D-5CDD086F59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8EA8BD2-3CF6-9223-8D64-CA5C0A7541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marker">
            <a:extLst>
              <a:ext uri="{FF2B5EF4-FFF2-40B4-BE49-F238E27FC236}">
                <a16:creationId xmlns:a16="http://schemas.microsoft.com/office/drawing/2014/main" id="{F1020BDB-C8CF-24DA-1260-21E535D63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32000" y="-360000"/>
            <a:ext cx="0" cy="7541766"/>
            <a:chOff x="480000" y="-360000"/>
            <a:chExt cx="0" cy="754176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0C03808-DC8E-259E-12B1-995A0899E95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F3B3411-8F2E-3D27-C805-B79FEEC56B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marker">
            <a:extLst>
              <a:ext uri="{FF2B5EF4-FFF2-40B4-BE49-F238E27FC236}">
                <a16:creationId xmlns:a16="http://schemas.microsoft.com/office/drawing/2014/main" id="{C843DC96-1601-4208-C7C5-62E6B9576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6012000"/>
            <a:ext cx="0" cy="12964848"/>
            <a:chOff x="480000" y="-360000"/>
            <a:chExt cx="0" cy="1296484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8BC50EF-2B6D-EBFF-FBE1-7744F8AA76C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040520C-345C-1FF8-F95C-90ABD16E19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marker">
            <a:extLst>
              <a:ext uri="{FF2B5EF4-FFF2-40B4-BE49-F238E27FC236}">
                <a16:creationId xmlns:a16="http://schemas.microsoft.com/office/drawing/2014/main" id="{7A13CF2C-3BD2-B123-5CDE-10ACCDBF5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5536800"/>
            <a:ext cx="0" cy="12964848"/>
            <a:chOff x="480000" y="-360000"/>
            <a:chExt cx="0" cy="1296484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FF0F01D-1B9F-9C64-B8ED-6B73C1D96B0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4DC8599-708E-8D0D-10B8-D952E57FA5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marker">
            <a:extLst>
              <a:ext uri="{FF2B5EF4-FFF2-40B4-BE49-F238E27FC236}">
                <a16:creationId xmlns:a16="http://schemas.microsoft.com/office/drawing/2014/main" id="{F1E497DE-1EA1-94E3-409C-41E04974C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810285"/>
            <a:ext cx="0" cy="12964848"/>
            <a:chOff x="480000" y="-360000"/>
            <a:chExt cx="0" cy="1296484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6A5D739-68D4-9380-E9D6-6FF3CD3CC5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1958E52-C347-11F8-D88D-F37FC435C8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marker">
            <a:extLst>
              <a:ext uri="{FF2B5EF4-FFF2-40B4-BE49-F238E27FC236}">
                <a16:creationId xmlns:a16="http://schemas.microsoft.com/office/drawing/2014/main" id="{3CC368CD-08AB-90AC-6DB4-44239BD4B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143714"/>
            <a:ext cx="0" cy="12964848"/>
            <a:chOff x="480000" y="-360000"/>
            <a:chExt cx="0" cy="1296484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B0C1CAD-C3EA-CFC7-0F79-3D2D8910B4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345C471-1537-64D9-9409-B40C004881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marker">
            <a:extLst>
              <a:ext uri="{FF2B5EF4-FFF2-40B4-BE49-F238E27FC236}">
                <a16:creationId xmlns:a16="http://schemas.microsoft.com/office/drawing/2014/main" id="{5D49451E-0BA2-7C57-CCF9-5F1811C52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3909768"/>
            <a:ext cx="0" cy="12964848"/>
            <a:chOff x="480000" y="-360000"/>
            <a:chExt cx="0" cy="1296484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11BA60A-ACEA-3BE7-D5BF-08FEBE2C36F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A646EB5-A0E2-0390-64DD-80F0106600B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marker">
            <a:extLst>
              <a:ext uri="{FF2B5EF4-FFF2-40B4-BE49-F238E27FC236}">
                <a16:creationId xmlns:a16="http://schemas.microsoft.com/office/drawing/2014/main" id="{03D36449-136D-D9D3-74EF-66CDDECBD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6080803" y="-2541769"/>
            <a:ext cx="0" cy="12964848"/>
            <a:chOff x="480000" y="-360000"/>
            <a:chExt cx="0" cy="1296484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63A685-1DBC-886C-3FB8-2AD7A714A1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378D11-40DA-1214-AFA6-363C20441C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12424848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813D8C68-FF0F-7079-3ED1-1118B4991B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8850" y="5807138"/>
            <a:ext cx="10274298" cy="684000"/>
          </a:xfrm>
        </p:spPr>
        <p:txBody>
          <a:bodyPr anchor="ctr" anchorCtr="0"/>
          <a:lstStyle>
            <a:lvl1pPr algn="ctr">
              <a:defRPr sz="1400"/>
            </a:lvl1pPr>
          </a:lstStyle>
          <a:p>
            <a:pPr lvl="0"/>
            <a:r>
              <a:rPr lang="en-US"/>
              <a:t>[Product logo area]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620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General Slide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9">
            <a:extLst>
              <a:ext uri="{FF2B5EF4-FFF2-40B4-BE49-F238E27FC236}">
                <a16:creationId xmlns:a16="http://schemas.microsoft.com/office/drawing/2014/main" id="{52205DBC-C597-BF60-091B-EC88E48725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0749" y="316129"/>
            <a:ext cx="1706875" cy="25084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B63101F-6B4C-86DD-A3EC-E304842A37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E883353-2463-4D5D-7D14-3D29D5F57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18529" y1="41707" x2="40418" y2="34927"/>
                        <a14:backgroundMark x1="40418" y1="34927" x2="58946" y2="39286"/>
                        <a14:backgroundMark x1="58946" y1="39286" x2="77203" y2="61320"/>
                        <a14:backgroundMark x1="77203" y1="61320" x2="94369" y2="66465"/>
                        <a14:backgroundMark x1="94369" y1="66465" x2="79382" y2="74031"/>
                        <a14:backgroundMark x1="79382" y1="74031" x2="32243" y2="78632"/>
                        <a14:backgroundMark x1="32243" y1="78632" x2="13624" y2="74395"/>
                        <a14:backgroundMark x1="13624" y1="74395" x2="16530" y2="42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0196" t="36066" r="7492" b="25566"/>
          <a:stretch/>
        </p:blipFill>
        <p:spPr>
          <a:xfrm>
            <a:off x="84054" y="92991"/>
            <a:ext cx="2384138" cy="16669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6" name="Picture 106">
            <a:extLst>
              <a:ext uri="{FF2B5EF4-FFF2-40B4-BE49-F238E27FC236}">
                <a16:creationId xmlns:a16="http://schemas.microsoft.com/office/drawing/2014/main" id="{FA16F48C-9473-C5D8-B39C-30B5C7581094}"/>
              </a:ext>
            </a:extLst>
          </p:cNvPr>
          <p:cNvPicPr>
            <a:picLocks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93371" y="219342"/>
            <a:ext cx="704253" cy="6952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80268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33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Relationship Id="rId40" Type="http://schemas.openxmlformats.org/officeDocument/2006/relationships/tags" Target="../tags/tag1.xml"/><Relationship Id="rId41" Type="http://schemas.openxmlformats.org/officeDocument/2006/relationships/oleObject" Target="../embeddings/oleObject1.bin"/><Relationship Id="rId42" Type="http://schemas.openxmlformats.org/officeDocument/2006/relationships/image" Target="../media/image1.emf"/><Relationship Id="rId43" Type="http://schemas.openxmlformats.org/officeDocument/2006/relationships/image" Target="../media/image2.png"/><Relationship Id="rId4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48DF5F7-9A2A-4DEB-DEDD-55AA1A7E3D60}"/>
              </a:ext>
            </a:extLst>
          </p:cNvPr>
          <p:cNvGraphicFramePr>
            <a:graphicFrameLocks noChangeAspect="1"/>
          </p:cNvGraphicFramePr>
          <p:nvPr>
            <p:custDataLst>
              <p:tags r:id="rId40"/>
            </p:custDataLst>
            <p:extLst>
              <p:ext uri="{D42A27DB-BD31-4B8C-83A1-F6EECF244321}">
                <p14:modId xmlns:p14="http://schemas.microsoft.com/office/powerpoint/2010/main" val="1160636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410" imgH="409" progId="TCLayout.ActiveDocument.1">
                  <p:embed/>
                </p:oleObj>
              </mc:Choice>
              <mc:Fallback>
                <p:oleObj name="think-cell Slide" r:id="rId41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8DF5F7-9A2A-4DEB-DEDD-55AA1A7E3D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446286"/>
            <a:ext cx="11232000" cy="441369"/>
          </a:xfrm>
          <a:prstGeom prst="rect">
            <a:avLst/>
          </a:prstGeom>
        </p:spPr>
        <p:txBody>
          <a:bodyPr vert="horz" wrap="square" lIns="0" tIns="0" rIns="0" bIns="18000" rtlCol="0" anchor="t" anchorCtr="0">
            <a:noAutofit/>
          </a:bodyPr>
          <a:lstStyle/>
          <a:p>
            <a:r>
              <a:rPr lang="zh-CN" altLang="en-US" noProof="0"/>
              <a:t>单击此处编辑母版标题样式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80000" y="1665288"/>
            <a:ext cx="11232000" cy="438271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0385" y="6534843"/>
            <a:ext cx="287616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lvl1pPr marL="0" algn="l" defTabSz="1219170" rtl="0" eaLnBrk="1" latinLnBrk="0" hangingPunct="1">
              <a:defRPr lang="nl-NL" sz="1200" b="0" kern="100" baseline="0" smtClean="0">
                <a:solidFill>
                  <a:srgbClr val="989898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408000" y="6534843"/>
            <a:ext cx="5688000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lvl1pPr marL="126000" indent="-126000" algn="l" defTabSz="1219170" rtl="0" eaLnBrk="1" latinLnBrk="0" hangingPunct="1">
              <a:buClrTx/>
              <a:defRPr lang="en-US" sz="1200" b="0" kern="100" baseline="0" smtClean="0">
                <a:solidFill>
                  <a:srgbClr val="989898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buFont typeface="Arial" panose="020B0604020202020204" pitchFamily="34" charset="0"/>
              <a:buChar char="/"/>
            </a:pPr>
            <a:r>
              <a:rPr lang="en-US" dirty="0"/>
              <a:t>Footer in Arial Regular 10 pt</a:t>
            </a:r>
          </a:p>
        </p:txBody>
      </p:sp>
      <p:grpSp>
        <p:nvGrpSpPr>
          <p:cNvPr id="48" name="Footer">
            <a:extLst>
              <a:ext uri="{FF2B5EF4-FFF2-40B4-BE49-F238E27FC236}">
                <a16:creationId xmlns:a16="http://schemas.microsoft.com/office/drawing/2014/main" id="{A640FBE4-5A4D-8A61-AB6B-1B39F6A78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6379165"/>
            <a:ext cx="12192000" cy="466924"/>
            <a:chOff x="-238377" y="4762946"/>
            <a:chExt cx="9143998" cy="350193"/>
          </a:xfrm>
        </p:grpSpPr>
        <p:cxnSp>
          <p:nvCxnSpPr>
            <p:cNvPr id="40" name="EOL">
              <a:extLst>
                <a:ext uri="{FF2B5EF4-FFF2-40B4-BE49-F238E27FC236}">
                  <a16:creationId xmlns:a16="http://schemas.microsoft.com/office/drawing/2014/main" id="{2B55EB4A-C443-37D9-B398-B803506BECF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38377" y="4762946"/>
              <a:ext cx="9143998" cy="0"/>
            </a:xfrm>
            <a:prstGeom prst="line">
              <a:avLst/>
            </a:prstGeom>
            <a:ln w="6350">
              <a:solidFill>
                <a:srgbClr val="00519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" name="Logo">
              <a:extLst>
                <a:ext uri="{FF2B5EF4-FFF2-40B4-BE49-F238E27FC236}">
                  <a16:creationId xmlns:a16="http://schemas.microsoft.com/office/drawing/2014/main" id="{2584FFB9-2322-7FD1-26A4-621CFFF2B2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860252" y="4773078"/>
              <a:ext cx="1038227" cy="340061"/>
            </a:xfrm>
            <a:prstGeom prst="rect">
              <a:avLst/>
            </a:prstGeom>
          </p:spPr>
        </p:pic>
      </p:grpSp>
      <p:grpSp>
        <p:nvGrpSpPr>
          <p:cNvPr id="49" name="FooterDiap" hidden="1">
            <a:extLst>
              <a:ext uri="{FF2B5EF4-FFF2-40B4-BE49-F238E27FC236}">
                <a16:creationId xmlns:a16="http://schemas.microsoft.com/office/drawing/2014/main" id="{55C6471E-6BA4-69FB-117E-5DA6D423A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8001" y="6350601"/>
            <a:ext cx="11467577" cy="421896"/>
            <a:chOff x="306000" y="4762946"/>
            <a:chExt cx="8600683" cy="316422"/>
          </a:xfrm>
        </p:grpSpPr>
        <p:cxnSp>
          <p:nvCxnSpPr>
            <p:cNvPr id="50" name="EOL">
              <a:extLst>
                <a:ext uri="{FF2B5EF4-FFF2-40B4-BE49-F238E27FC236}">
                  <a16:creationId xmlns:a16="http://schemas.microsoft.com/office/drawing/2014/main" id="{EE2BB932-08FB-DB63-D004-95265B4205EF}"/>
                </a:ext>
              </a:extLst>
            </p:cNvPr>
            <p:cNvCxnSpPr/>
            <p:nvPr userDrawn="1"/>
          </p:nvCxnSpPr>
          <p:spPr>
            <a:xfrm>
              <a:off x="306000" y="4762946"/>
              <a:ext cx="8532000" cy="0"/>
            </a:xfrm>
            <a:prstGeom prst="line">
              <a:avLst/>
            </a:prstGeom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" name="Logo">
              <a:extLst>
                <a:ext uri="{FF2B5EF4-FFF2-40B4-BE49-F238E27FC236}">
                  <a16:creationId xmlns:a16="http://schemas.microsoft.com/office/drawing/2014/main" id="{883FF6AC-9D9A-0B9D-9305-6C4466ECC1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947000" y="4766511"/>
              <a:ext cx="959683" cy="312857"/>
            </a:xfrm>
            <a:prstGeom prst="rect">
              <a:avLst/>
            </a:prstGeom>
          </p:spPr>
        </p:pic>
      </p:grpSp>
      <p:grpSp>
        <p:nvGrpSpPr>
          <p:cNvPr id="35" name="markers">
            <a:extLst>
              <a:ext uri="{FF2B5EF4-FFF2-40B4-BE49-F238E27FC236}">
                <a16:creationId xmlns:a16="http://schemas.microsoft.com/office/drawing/2014/main" id="{1FF2CF78-5583-0273-504D-A89436210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71226" y="-360000"/>
            <a:ext cx="12934452" cy="7541766"/>
            <a:chOff x="-371226" y="-360000"/>
            <a:chExt cx="12934452" cy="754176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17E9876-3710-F364-28EB-C98A3346B3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-360000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978A01B-66BB-7083-6F98-C17B6B965C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12000" y="-306111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6E21772-F438-A72C-21AD-A58BE6AF3F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0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F09530-5FCE-CBCF-2A01-ABA8DC1E28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12000" y="7001766"/>
              <a:ext cx="0" cy="18000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D8553EB-BBB7-364E-DE97-A29FA6A025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71226" y="1665288"/>
              <a:ext cx="180000" cy="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DDBDB78-545F-77C5-DF05-3EFF090DC1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71226" y="6047999"/>
              <a:ext cx="180000" cy="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AB79577-6886-CFBC-D0B0-CF9E3DF3007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83226" y="1665288"/>
              <a:ext cx="180000" cy="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57B0E0F-CFD9-F599-98A7-7AFD4DC591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83226" y="6047999"/>
              <a:ext cx="180000" cy="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97426D0-DD48-5EE6-66E1-75CB2FC7C5D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-360000"/>
              <a:ext cx="0" cy="180000"/>
            </a:xfrm>
            <a:prstGeom prst="line">
              <a:avLst/>
            </a:prstGeom>
            <a:ln w="6350">
              <a:solidFill>
                <a:srgbClr val="989898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4A44340-22CB-7F36-0F67-AFC83580501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7001766"/>
              <a:ext cx="0" cy="180000"/>
            </a:xfrm>
            <a:prstGeom prst="line">
              <a:avLst/>
            </a:prstGeom>
            <a:ln w="6350">
              <a:solidFill>
                <a:srgbClr val="989898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ABFC918-67F0-AE5E-83FB-34B3626E2D8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71226" y="449181"/>
              <a:ext cx="180000" cy="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FB664C-8320-6E39-26C4-6C1DD86B504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83226" y="449181"/>
              <a:ext cx="180000" cy="0"/>
            </a:xfrm>
            <a:prstGeom prst="line">
              <a:avLst/>
            </a:prstGeom>
            <a:ln w="635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7874D-B6F8-9E28-6EB4-EE8C1926527C}"/>
              </a:ext>
            </a:extLst>
          </p:cNvPr>
          <p:cNvSpPr txBox="1">
            <a:spLocks/>
          </p:cNvSpPr>
          <p:nvPr userDrawn="1"/>
        </p:nvSpPr>
        <p:spPr>
          <a:xfrm>
            <a:off x="9396757" y="6066949"/>
            <a:ext cx="2743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b="0" dirty="0"/>
              <a:t>内部培训请勿传播</a:t>
            </a:r>
            <a:endParaRPr lang="en-US" sz="1100" b="0" dirty="0"/>
          </a:p>
        </p:txBody>
      </p:sp>
    </p:spTree>
    <p:extLst>
      <p:ext uri="{BB962C8B-B14F-4D97-AF65-F5344CB8AC3E}">
        <p14:creationId xmlns:p14="http://schemas.microsoft.com/office/powerpoint/2010/main" val="1189511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  <p:sldLayoutId id="2147483758" r:id="rId26"/>
    <p:sldLayoutId id="2147483759" r:id="rId27"/>
    <p:sldLayoutId id="2147483760" r:id="rId28"/>
    <p:sldLayoutId id="2147483761" r:id="rId29"/>
    <p:sldLayoutId id="2147483762" r:id="rId30"/>
    <p:sldLayoutId id="2147483763" r:id="rId31"/>
    <p:sldLayoutId id="2147483764" r:id="rId32"/>
    <p:sldLayoutId id="2147483765" r:id="rId33"/>
    <p:sldLayoutId id="2147483767" r:id="rId34"/>
    <p:sldLayoutId id="2147483768" r:id="rId35"/>
    <p:sldLayoutId id="2147483769" r:id="rId36"/>
    <p:sldLayoutId id="2147483770" r:id="rId37"/>
    <p:sldLayoutId id="2147483771" r:id="rId38"/>
  </p:sldLayoutIdLst>
  <p:txStyles>
    <p:titleStyle>
      <a:lvl1pPr marL="0" algn="l" defTabSz="1219170" rtl="0" eaLnBrk="1" latinLnBrk="0" hangingPunct="1">
        <a:lnSpc>
          <a:spcPts val="3333"/>
        </a:lnSpc>
        <a:spcBef>
          <a:spcPct val="0"/>
        </a:spcBef>
        <a:buNone/>
        <a:defRPr lang="en-GB" sz="3200" b="1" kern="100" baseline="0">
          <a:solidFill>
            <a:srgbClr val="005192"/>
          </a:solidFill>
          <a:latin typeface="+mj-lt"/>
          <a:ea typeface="+mn-ea"/>
          <a:cs typeface="+mn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800"/>
        </a:spcBef>
        <a:spcAft>
          <a:spcPts val="0"/>
        </a:spcAft>
        <a:buClrTx/>
        <a:buFont typeface="Arial" panose="020B0604020202020204" pitchFamily="34" charset="0"/>
        <a:buChar char="​"/>
        <a:defRPr sz="1800" b="0" kern="100" baseline="0">
          <a:solidFill>
            <a:schemeClr val="tx1"/>
          </a:solidFill>
          <a:latin typeface="+mn-lt"/>
          <a:ea typeface="+mn-ea"/>
          <a:cs typeface="+mn-cs"/>
        </a:defRPr>
      </a:lvl1pPr>
      <a:lvl2pPr marL="239994" indent="-239994" algn="l" defTabSz="1219170" rtl="0" eaLnBrk="1" latinLnBrk="0" hangingPunct="1">
        <a:lnSpc>
          <a:spcPct val="100000"/>
        </a:lnSpc>
        <a:spcBef>
          <a:spcPts val="800"/>
        </a:spcBef>
        <a:spcAft>
          <a:spcPts val="0"/>
        </a:spcAft>
        <a:buClrTx/>
        <a:buFont typeface="Arial" panose="020B0604020202020204" pitchFamily="34" charset="0"/>
        <a:buChar char="•"/>
        <a:defRPr sz="1800" kern="100" baseline="0">
          <a:solidFill>
            <a:schemeClr val="tx1"/>
          </a:solidFill>
          <a:latin typeface="+mn-lt"/>
          <a:ea typeface="+mn-ea"/>
          <a:cs typeface="+mn-cs"/>
        </a:defRPr>
      </a:lvl2pPr>
      <a:lvl3pPr marL="479988" indent="-239994" algn="l" defTabSz="121917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Tx/>
        <a:buFont typeface="Arial" pitchFamily="34" charset="0"/>
        <a:buChar char="–"/>
        <a:defRPr sz="1800" kern="100" baseline="0">
          <a:solidFill>
            <a:schemeClr val="tx1"/>
          </a:solidFill>
          <a:latin typeface="+mn-lt"/>
          <a:ea typeface="+mn-ea"/>
          <a:cs typeface="+mn-cs"/>
        </a:defRPr>
      </a:lvl3pPr>
      <a:lvl4pPr marL="719649" indent="-239994" algn="l" defTabSz="121917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Tx/>
        <a:buFont typeface="Arial" pitchFamily="34" charset="0"/>
        <a:buChar char="–"/>
        <a:defRPr sz="1800" kern="100" baseline="0">
          <a:solidFill>
            <a:schemeClr val="tx1"/>
          </a:solidFill>
          <a:latin typeface="+mn-lt"/>
          <a:ea typeface="+mn-ea"/>
          <a:cs typeface="+mn-cs"/>
        </a:defRPr>
      </a:lvl4pPr>
      <a:lvl5pPr marL="959976" indent="-239994" algn="l" defTabSz="121917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Tx/>
        <a:buFont typeface="Arial" pitchFamily="34" charset="0"/>
        <a:buChar char="–"/>
        <a:defRPr sz="1800" kern="100" baseline="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t_paint_bg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23960" y="384048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FFF5DC"/>
                </a:solidFill>
                <a:latin typeface="Microsoft YaHei"/>
              </a:rPr>
              <a:t>艺术漆产品资料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766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E29C"/>
                </a:solidFill>
                <a:latin typeface="Microsoft YaHei"/>
              </a:rPr>
              <a:t>鎏金天鹅绒艺术漆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06040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EBF6FA"/>
                </a:solidFill>
                <a:latin typeface="Microsoft YaHei"/>
              </a:rPr>
              <a:t>质感墙面 · 色彩灵感 · 空间焕新</a:t>
            </a:r>
          </a:p>
        </p:txBody>
      </p:sp>
    </p:spTree>
    <p:extLst>
      <p:ext uri="{BB962C8B-B14F-4D97-AF65-F5344CB8AC3E}">
        <p14:creationId xmlns:p14="http://schemas.microsoft.com/office/powerpoint/2010/main" val="706457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Picture 471" descr="art_paint_bg_16x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3" name="TextBox 472"/>
          <p:cNvSpPr txBox="1"/>
          <p:nvPr/>
        </p:nvSpPr>
        <p:spPr>
          <a:xfrm>
            <a:off x="8823960" y="384048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FFF5DC"/>
                </a:solidFill>
                <a:latin typeface="Microsoft YaHei"/>
              </a:rPr>
              <a:t>艺术漆产品资料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822960" y="5074920"/>
            <a:ext cx="80467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E29C"/>
                </a:solidFill>
                <a:latin typeface="Microsoft YaHei"/>
              </a:rPr>
              <a:t>鎏金天鹅绒艺术漆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822960" y="5623560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BF6FA"/>
                </a:solidFill>
                <a:latin typeface="Microsoft YaHei"/>
              </a:rPr>
              <a:t>建议零售价：108元/㎡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kzoNobel_2024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lIns="0" tIns="0" rIns="0" bIns="0" rtlCol="0" anchor="t" anchorCtr="0"/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400" b="0" dirty="0" smtClean="0"/>
        </a:defPPr>
      </a:lstStyle>
    </a:txDef>
  </a:objectDefaults>
  <a:extraClrSchemeLst/>
  <a:custClrLst>
    <a:custClr name="Navy">
      <a:srgbClr val="005192"/>
    </a:custClr>
    <a:custClr name="Sky">
      <a:srgbClr val="008BC5"/>
    </a:custClr>
    <a:custClr name="Purple">
      <a:srgbClr val="542C97"/>
    </a:custClr>
    <a:custClr name="Ultramarine">
      <a:srgbClr val="000394"/>
    </a:custClr>
    <a:custClr name="Fuchsia">
      <a:srgbClr val="E0457A"/>
    </a:custClr>
    <a:custClr name="Violet">
      <a:srgbClr val="A8269A"/>
    </a:custClr>
    <a:custClr name="Black">
      <a:srgbClr val="000000"/>
    </a:custClr>
    <a:custClr name="White">
      <a:srgbClr val="FFFFFF"/>
    </a:custClr>
    <a:custClr name=" ">
      <a:srgbClr val="FFFFFF"/>
    </a:custClr>
    <a:custClr name=" ">
      <a:srgbClr val="FFFFFF"/>
    </a:custClr>
    <a:custClr name="Light Navy">
      <a:srgbClr val="8CB6D9"/>
    </a:custClr>
    <a:custClr name="Light Sky">
      <a:srgbClr val="A3DDF5"/>
    </a:custClr>
    <a:custClr name="Light Purple">
      <a:srgbClr val="A290C2"/>
    </a:custClr>
    <a:custClr name="Light Ultramarine">
      <a:srgbClr val="999AD4"/>
    </a:custClr>
    <a:custClr name="Light Fuchsia">
      <a:srgbClr val="FFB3D4"/>
    </a:custClr>
    <a:custClr name="Light Violet">
      <a:srgbClr val="D292CC"/>
    </a:custClr>
    <a:custClr name="Grey 80% black">
      <a:srgbClr val="666666"/>
    </a:custClr>
    <a:custClr name="Grey 5% black">
      <a:srgbClr val="F1F1F1"/>
    </a:custClr>
    <a:custClr name=" ">
      <a:srgbClr val="FFFFFF"/>
    </a:custClr>
    <a:custClr name=" ">
      <a:srgbClr val="FFFFFF"/>
    </a:custClr>
    <a:custClr name="Dark Navy">
      <a:srgbClr val="002D51"/>
    </a:custClr>
    <a:custClr name="Dark Sky">
      <a:srgbClr val="00597E"/>
    </a:custClr>
    <a:custClr name="Dark Purple">
      <a:srgbClr val="29144D"/>
    </a:custClr>
    <a:custClr name="Dark Ultramarine">
      <a:srgbClr val="00026F"/>
    </a:custClr>
    <a:custClr name="Dark Fuchsia">
      <a:srgbClr val="CA1362"/>
    </a:custClr>
    <a:custClr name="Dark Violet">
      <a:srgbClr val="6B1862"/>
    </a:custClr>
    <a:custClr name="Grey 50% black">
      <a:srgbClr val="989898"/>
    </a:custClr>
    <a:custClr name="Grey 20% black">
      <a:srgbClr val="CBCBCB"/>
    </a:custClr>
    <a:custClr name=" ">
      <a:srgbClr val="FFFFFF"/>
    </a:custClr>
    <a:custClr name=" ">
      <a:srgbClr val="FFFFFF"/>
    </a:custClr>
  </a:custClrLst>
  <a:extLst>
    <a:ext uri="{05A4C25C-085E-4340-85A3-A5531E510DB2}">
      <thm15:themeFamily xmlns:thm15="http://schemas.microsoft.com/office/thememl/2012/main" name="AkzoNobel_NewTemplate_20240402.potx" id="{072BB614-C7D8-4BBA-BA4E-4B18FC229633}" vid="{0A3D2E83-42C9-46F3-8EF6-77EB7ECF3C7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afec85b-e817-4277-86cb-66dc7d424280}" enabled="1" method="Standard" siteId="{aab2e961-1f45-4717-9a42-8f87802af9b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4433</TotalTime>
  <Words>12</Words>
  <Application>Microsoft Office PowerPoint</Application>
  <PresentationFormat>宽屏</PresentationFormat>
  <Paragraphs>1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MicrosoftYaHei-Bold</vt:lpstr>
      <vt:lpstr>等线</vt:lpstr>
      <vt:lpstr>Arial</vt:lpstr>
      <vt:lpstr>Arial-BoldMT</vt:lpstr>
      <vt:lpstr>Verdana</vt:lpstr>
      <vt:lpstr>AkzoNobel_2024</vt:lpstr>
      <vt:lpstr>think-cell Slide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