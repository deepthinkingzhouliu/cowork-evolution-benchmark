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Sheet1!$A$2:$A$5</c:f>
              <c:strCache>
                <c:ptCount val="4"/>
                <c:pt idx="0">
                  <c:v>志愿者</c:v>
                </c:pt>
                <c:pt idx="1">
                  <c:v>社区伙伴</c:v>
                </c:pt>
                <c:pt idx="2">
                  <c:v>捐赠方</c:v>
                </c:pt>
                <c:pt idx="3">
                  <c:v>工作人员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286</c:v>
                </c:pt>
                <c:pt idx="1">
                  <c:v>72</c:v>
                </c:pt>
                <c:pt idx="2">
                  <c:v>24</c:v>
                </c:pt>
                <c:pt idx="3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大会主视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685800"/>
            <a:ext cx="3566160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5257800"/>
            <a:ext cx="3566160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658368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让每一次善意都有回声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2026微光志愿者大会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2026年12月5日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1,280 名志愿者，用 32,640 小时服务 21 个社区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67E22"/>
                </a:solidFill>
                <a:latin typeface="Noto Sans CJK SC"/>
              </a:rPr>
              <a:t>1,280名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活跃志愿者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67E22"/>
                </a:solidFill>
                <a:latin typeface="Noto Sans CJK SC"/>
              </a:rPr>
              <a:t>32,640小时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志愿服务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67E22"/>
                </a:solidFill>
                <a:latin typeface="Noto Sans CJK SC"/>
              </a:rPr>
              <a:t>8,900人次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受益者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400 位参会者中，志愿者占 71.5%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设置志愿者快速签到通道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社区伙伴与捐赠方席位相邻，便于交流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三个核心环节在 11:30 前完成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时间</a:t>
                      </a:r>
                    </a:p>
                  </a:txBody>
                  <a:tcPr marL="73152" marR="73152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环节</a:t>
                      </a:r>
                    </a:p>
                  </a:txBody>
                  <a:tcPr marL="73152" marR="73152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负责</a:t>
                      </a:r>
                    </a:p>
                  </a:txBody>
                  <a:tcPr marL="73152" marR="73152">
                    <a:solidFill>
                      <a:srgbClr val="E67E22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09:30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年度回顾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项目组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10:10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志愿者故事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社区伙伴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11:00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明年计划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秘书处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夜间陪诊从 80 人扩展至 230 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增长来自社区转介与志愿者口碑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扩展后的首要问题是排班可持续性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明年将志愿者保护与心理支持纳入服务标准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2027：新增 6 个服务点，将核心留存率提升至 80%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Noto Sans CJK SC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完成需求地图与合作社区签约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Noto Sans CJK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启动3个服务点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Noto Sans CJK SC"/>
              </a:rPr>
              <a:t>Q3–Q4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完成其余3个点并复盘留存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感谢每一位让善意产生回声的人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地点：湖滨市民中心二层大礼堂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入场：09:00，正式开始：09:30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无障碍入口：东门；紧急情况联系会务台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微光公益联盟｜让善意被看见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67E22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志愿者大会演示交付包</dc:title>
  <dc:subject>presentation_package</dc:subject>
  <dc:creator>微光公益联盟（合成）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