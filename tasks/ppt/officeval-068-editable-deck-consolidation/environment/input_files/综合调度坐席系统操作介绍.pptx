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defPPr>
      <a:defRPr lang="en-GB"/>
    </a:defPPr>
    <a:lvl1pPr algn="l" rtl="0" fontAlgn="base">
      <a:lnSpc>
        <a:spcPct val="93000"/>
      </a:lnSpc>
      <a:spcBef>
        <a:spcPts val="13"/>
      </a:spcBef>
      <a:spcAft>
        <a:spcPts val="13"/>
      </a:spcAft>
      <a:buSzPct val="100000"/>
      <a:buFont typeface="Times New Roman" panose="02020603050405020304" pitchFamily="18" charset="0"/>
      <a:defRPr kern="1200">
        <a:solidFill>
          <a:srgbClr val="000000"/>
        </a:solidFill>
        <a:latin typeface="Arial" panose="020B0604020202020204" pitchFamily="34" charset="0"/>
        <a:ea typeface="Noto Sans CJK SC" charset="0"/>
        <a:cs typeface="Noto Sans CJK SC" charset="0"/>
      </a:defRPr>
    </a:lvl1pPr>
    <a:lvl2pPr marL="742950" indent="-285750" algn="l" rtl="0" fontAlgn="base">
      <a:lnSpc>
        <a:spcPct val="93000"/>
      </a:lnSpc>
      <a:spcBef>
        <a:spcPts val="13"/>
      </a:spcBef>
      <a:spcAft>
        <a:spcPts val="13"/>
      </a:spcAft>
      <a:buSzPct val="100000"/>
      <a:buFont typeface="Times New Roman" panose="02020603050405020304" pitchFamily="18" charset="0"/>
      <a:defRPr kern="1200">
        <a:solidFill>
          <a:srgbClr val="000000"/>
        </a:solidFill>
        <a:latin typeface="Arial" panose="020B0604020202020204" pitchFamily="34" charset="0"/>
        <a:ea typeface="Noto Sans CJK SC" charset="0"/>
        <a:cs typeface="Noto Sans CJK SC" charset="0"/>
      </a:defRPr>
    </a:lvl2pPr>
    <a:lvl3pPr marL="1143000" indent="-228600" algn="l" rtl="0" fontAlgn="base">
      <a:lnSpc>
        <a:spcPct val="93000"/>
      </a:lnSpc>
      <a:spcBef>
        <a:spcPts val="13"/>
      </a:spcBef>
      <a:spcAft>
        <a:spcPts val="13"/>
      </a:spcAft>
      <a:buSzPct val="100000"/>
      <a:buFont typeface="Times New Roman" panose="02020603050405020304" pitchFamily="18" charset="0"/>
      <a:defRPr kern="1200">
        <a:solidFill>
          <a:srgbClr val="000000"/>
        </a:solidFill>
        <a:latin typeface="Arial" panose="020B0604020202020204" pitchFamily="34" charset="0"/>
        <a:ea typeface="Noto Sans CJK SC" charset="0"/>
        <a:cs typeface="Noto Sans CJK SC" charset="0"/>
      </a:defRPr>
    </a:lvl3pPr>
    <a:lvl4pPr marL="1600200" indent="-228600" algn="l" rtl="0" fontAlgn="base">
      <a:lnSpc>
        <a:spcPct val="93000"/>
      </a:lnSpc>
      <a:spcBef>
        <a:spcPts val="13"/>
      </a:spcBef>
      <a:spcAft>
        <a:spcPts val="13"/>
      </a:spcAft>
      <a:buSzPct val="100000"/>
      <a:buFont typeface="Times New Roman" panose="02020603050405020304" pitchFamily="18" charset="0"/>
      <a:defRPr kern="1200">
        <a:solidFill>
          <a:srgbClr val="000000"/>
        </a:solidFill>
        <a:latin typeface="Arial" panose="020B0604020202020204" pitchFamily="34" charset="0"/>
        <a:ea typeface="Noto Sans CJK SC" charset="0"/>
        <a:cs typeface="Noto Sans CJK SC" charset="0"/>
      </a:defRPr>
    </a:lvl4pPr>
    <a:lvl5pPr marL="2057400" indent="-228600" algn="l" rtl="0" fontAlgn="base">
      <a:lnSpc>
        <a:spcPct val="93000"/>
      </a:lnSpc>
      <a:spcBef>
        <a:spcPts val="13"/>
      </a:spcBef>
      <a:spcAft>
        <a:spcPts val="13"/>
      </a:spcAft>
      <a:buSzPct val="100000"/>
      <a:buFont typeface="Times New Roman" panose="02020603050405020304" pitchFamily="18" charset="0"/>
      <a:defRPr kern="1200">
        <a:solidFill>
          <a:srgbClr val="000000"/>
        </a:solidFill>
        <a:latin typeface="Arial" panose="020B0604020202020204" pitchFamily="34" charset="0"/>
        <a:ea typeface="Noto Sans CJK SC" charset="0"/>
        <a:cs typeface="Noto Sans CJK SC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Noto Sans CJK SC" charset="0"/>
        <a:cs typeface="Noto Sans CJK SC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Noto Sans CJK SC" charset="0"/>
        <a:cs typeface="Noto Sans CJK SC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Noto Sans CJK SC" charset="0"/>
        <a:cs typeface="Noto Sans CJK SC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Noto Sans CJK SC" charset="0"/>
        <a:cs typeface="Noto Sans CJK S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幻灯片图像占位符 3072">
            <a:extLst>
              <a:ext uri="{FF2B5EF4-FFF2-40B4-BE49-F238E27FC236}">
                <a16:creationId xmlns:a16="http://schemas.microsoft.com/office/drawing/2014/main" id="{583B4B27-BEAB-455F-8B39-54563D41CC2F}"/>
              </a:ext>
            </a:extLst>
          </p:cNvPr>
          <p:cNvSpPr>
            <a:spLocks noGrp="1" noChangeArrowheads="1"/>
          </p:cNvSpPr>
          <p:nvPr>
            <p:ph type="sldImg" idx="4294967295"/>
          </p:nvPr>
        </p:nvSpPr>
        <p:spPr bwMode="auto">
          <a:xfrm>
            <a:off x="0" y="81280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5" name="文本占位符 3073">
            <a:extLst>
              <a:ext uri="{FF2B5EF4-FFF2-40B4-BE49-F238E27FC236}">
                <a16:creationId xmlns:a16="http://schemas.microsoft.com/office/drawing/2014/main" id="{7CAD8D05-2E1B-4ABA-86C2-78EAC2076BA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zh-CN"/>
          </a:p>
        </p:txBody>
      </p:sp>
      <p:sp>
        <p:nvSpPr>
          <p:cNvPr id="2" name="页眉占位符 3074">
            <a:extLst>
              <a:ext uri="{FF2B5EF4-FFF2-40B4-BE49-F238E27FC236}">
                <a16:creationId xmlns:a16="http://schemas.microsoft.com/office/drawing/2014/main" id="{34FAA6ED-F13D-42CE-8FD4-90A54B602A20}"/>
              </a:ext>
            </a:extLst>
          </p:cNvPr>
          <p:cNvSpPr>
            <a:spLocks noGrp="1"/>
          </p:cNvSpPr>
          <p:nvPr>
            <p:ph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6" name="日期占位符 3075">
            <a:extLst>
              <a:ext uri="{FF2B5EF4-FFF2-40B4-BE49-F238E27FC236}">
                <a16:creationId xmlns:a16="http://schemas.microsoft.com/office/drawing/2014/main" id="{668BB53D-DF12-4E8C-A1CF-121379D6CCEC}"/>
              </a:ext>
            </a:extLst>
          </p:cNvPr>
          <p:cNvSpPr>
            <a:spLocks noGrp="1"/>
          </p:cNvSpPr>
          <p:nvPr>
            <p:ph type="dt"/>
          </p:nvPr>
        </p:nvSpPr>
        <p:spPr>
          <a:xfrm>
            <a:off x="4278313" y="0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hangingPunct="0">
              <a:tabLst>
                <a:tab pos="914400" algn="l"/>
                <a:tab pos="1828800" algn="l"/>
                <a:tab pos="2743200" algn="l"/>
              </a:tabLst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7" name="页脚占位符 3076">
            <a:extLst>
              <a:ext uri="{FF2B5EF4-FFF2-40B4-BE49-F238E27FC236}">
                <a16:creationId xmlns:a16="http://schemas.microsoft.com/office/drawing/2014/main" id="{6510E3BC-0975-4286-903D-B4AF7FA03CED}"/>
              </a:ext>
            </a:extLst>
          </p:cNvPr>
          <p:cNvSpPr>
            <a:spLocks noGrp="1"/>
          </p:cNvSpPr>
          <p:nvPr>
            <p:ph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8" name="灯片编号占位符 3077">
            <a:extLst>
              <a:ext uri="{FF2B5EF4-FFF2-40B4-BE49-F238E27FC236}">
                <a16:creationId xmlns:a16="http://schemas.microsoft.com/office/drawing/2014/main" id="{2C7E9E9D-10A0-4FF8-B61D-0D7D9CFA9EDF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hangingPunct="0">
              <a:tabLst>
                <a:tab pos="914400" algn="l"/>
                <a:tab pos="1828800" algn="l"/>
                <a:tab pos="2743200" algn="l"/>
              </a:tabLst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B3264694-B6D9-47C6-A883-8C915D7A869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54E2B22B-9C39-43ED-99F6-0BD5AC07773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1217EA3D-192A-4F80-B328-001C4EB9C5BE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3" name="幻灯片图像占位符 22528">
            <a:extLst>
              <a:ext uri="{FF2B5EF4-FFF2-40B4-BE49-F238E27FC236}">
                <a16:creationId xmlns:a16="http://schemas.microsoft.com/office/drawing/2014/main" id="{D503E68F-4131-4FE7-AAF1-CE1F7A183B56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4" name="文本占位符 22529">
            <a:extLst>
              <a:ext uri="{FF2B5EF4-FFF2-40B4-BE49-F238E27FC236}">
                <a16:creationId xmlns:a16="http://schemas.microsoft.com/office/drawing/2014/main" id="{94B4A599-0678-4D0C-A0E7-C8F8D6EC6ECA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5125" name="文本框 22530">
            <a:extLst>
              <a:ext uri="{FF2B5EF4-FFF2-40B4-BE49-F238E27FC236}">
                <a16:creationId xmlns:a16="http://schemas.microsoft.com/office/drawing/2014/main" id="{CA4D498B-1977-4865-9D17-EBE55863A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D2FCBBC7-4D05-4B9F-8B6C-79F1D6947937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1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6BF9EA1D-103B-4A89-8D2F-62188727179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4C2F20AC-03C4-4A51-B098-01935C4561BF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2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1" name="幻灯片图像占位符 23552">
            <a:extLst>
              <a:ext uri="{FF2B5EF4-FFF2-40B4-BE49-F238E27FC236}">
                <a16:creationId xmlns:a16="http://schemas.microsoft.com/office/drawing/2014/main" id="{BC2DC3FD-965A-445C-8484-52D4E101892D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2" name="文本占位符 23553">
            <a:extLst>
              <a:ext uri="{FF2B5EF4-FFF2-40B4-BE49-F238E27FC236}">
                <a16:creationId xmlns:a16="http://schemas.microsoft.com/office/drawing/2014/main" id="{4106AD75-7BA2-4F10-B7E6-FB34FA7C6EEE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7173" name="文本框 23554">
            <a:extLst>
              <a:ext uri="{FF2B5EF4-FFF2-40B4-BE49-F238E27FC236}">
                <a16:creationId xmlns:a16="http://schemas.microsoft.com/office/drawing/2014/main" id="{1647055A-0405-4FF6-A405-6E4D2D0B7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43EF9D0D-036C-4955-A1FE-C3AEF90BB94D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2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AA4ECE89-684A-49E6-95A2-F64DFEDCA28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B2B7ED96-CAE2-4BF7-87F1-7A2EAE8462DF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9" name="幻灯片图像占位符 24576">
            <a:extLst>
              <a:ext uri="{FF2B5EF4-FFF2-40B4-BE49-F238E27FC236}">
                <a16:creationId xmlns:a16="http://schemas.microsoft.com/office/drawing/2014/main" id="{8486C9B4-3C49-4D47-A7C9-8E820142AB38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0" name="文本占位符 24577">
            <a:extLst>
              <a:ext uri="{FF2B5EF4-FFF2-40B4-BE49-F238E27FC236}">
                <a16:creationId xmlns:a16="http://schemas.microsoft.com/office/drawing/2014/main" id="{89E519E4-5284-43BF-9675-1F200FF134C4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9221" name="文本框 24578">
            <a:extLst>
              <a:ext uri="{FF2B5EF4-FFF2-40B4-BE49-F238E27FC236}">
                <a16:creationId xmlns:a16="http://schemas.microsoft.com/office/drawing/2014/main" id="{3240475E-E5B0-4C01-955E-46E323147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FBEA1361-B937-43EA-AD84-1B75C403987D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3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5524F834-E687-471A-B0CC-A6218E34BF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353A0E05-F00B-4F86-9661-8579936AC03D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4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7" name="幻灯片图像占位符 25600">
            <a:extLst>
              <a:ext uri="{FF2B5EF4-FFF2-40B4-BE49-F238E27FC236}">
                <a16:creationId xmlns:a16="http://schemas.microsoft.com/office/drawing/2014/main" id="{F4D30FAF-9030-4E60-A31C-98090A28D10D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8" name="文本占位符 25601">
            <a:extLst>
              <a:ext uri="{FF2B5EF4-FFF2-40B4-BE49-F238E27FC236}">
                <a16:creationId xmlns:a16="http://schemas.microsoft.com/office/drawing/2014/main" id="{4B5EBAC3-7091-42DF-9F17-4EDF9E70D60A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11269" name="文本框 25602">
            <a:extLst>
              <a:ext uri="{FF2B5EF4-FFF2-40B4-BE49-F238E27FC236}">
                <a16:creationId xmlns:a16="http://schemas.microsoft.com/office/drawing/2014/main" id="{362BFB1A-4225-4048-90DF-556098496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43674EB4-158F-4EDB-8091-99BAD78C6F58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4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F50429CC-4CB6-4933-AB59-BC2BCBF3910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2A9A72D6-2D6C-4C33-9C67-4472562C8D0C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5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5" name="幻灯片图像占位符 26624">
            <a:extLst>
              <a:ext uri="{FF2B5EF4-FFF2-40B4-BE49-F238E27FC236}">
                <a16:creationId xmlns:a16="http://schemas.microsoft.com/office/drawing/2014/main" id="{9779C6EC-CC05-4864-99DA-719D6C27D919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6" name="文本占位符 26625">
            <a:extLst>
              <a:ext uri="{FF2B5EF4-FFF2-40B4-BE49-F238E27FC236}">
                <a16:creationId xmlns:a16="http://schemas.microsoft.com/office/drawing/2014/main" id="{93A4C61E-7AA7-4B93-B108-08141F3E0E6A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13317" name="文本框 26626">
            <a:extLst>
              <a:ext uri="{FF2B5EF4-FFF2-40B4-BE49-F238E27FC236}">
                <a16:creationId xmlns:a16="http://schemas.microsoft.com/office/drawing/2014/main" id="{0C5DF5AA-A01B-434A-95FC-997D6F39E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B7E554EA-5511-4393-AACF-D9B4237FA7EE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5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2627EE32-8AC0-4203-AB34-4D719C39543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1046F209-14A3-4942-A88D-F6FEA821E146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6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幻灯片图像占位符 27648">
            <a:extLst>
              <a:ext uri="{FF2B5EF4-FFF2-40B4-BE49-F238E27FC236}">
                <a16:creationId xmlns:a16="http://schemas.microsoft.com/office/drawing/2014/main" id="{68A882BB-64DC-46D4-9EBF-4DEB6265F622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4" name="文本占位符 27649">
            <a:extLst>
              <a:ext uri="{FF2B5EF4-FFF2-40B4-BE49-F238E27FC236}">
                <a16:creationId xmlns:a16="http://schemas.microsoft.com/office/drawing/2014/main" id="{2924E101-7334-4E2F-97CB-B78434242AAF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15365" name="文本框 27650">
            <a:extLst>
              <a:ext uri="{FF2B5EF4-FFF2-40B4-BE49-F238E27FC236}">
                <a16:creationId xmlns:a16="http://schemas.microsoft.com/office/drawing/2014/main" id="{CE2CB632-D605-42D4-B493-C30F33D49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DE6416B1-6641-411B-8D04-D0D39DBC19A6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6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B8B81521-3581-43DC-A61F-5442AAE386C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CA6EB6AF-0A80-4F69-B472-57D7C4A9A6FB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7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1" name="幻灯片图像占位符 28672">
            <a:extLst>
              <a:ext uri="{FF2B5EF4-FFF2-40B4-BE49-F238E27FC236}">
                <a16:creationId xmlns:a16="http://schemas.microsoft.com/office/drawing/2014/main" id="{D06B0532-550C-40F6-B0DE-9E4AFFE24781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2" name="文本占位符 28673">
            <a:extLst>
              <a:ext uri="{FF2B5EF4-FFF2-40B4-BE49-F238E27FC236}">
                <a16:creationId xmlns:a16="http://schemas.microsoft.com/office/drawing/2014/main" id="{2DB5F5A5-5BAA-48E9-B798-0619EC546FBE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17413" name="文本框 28674">
            <a:extLst>
              <a:ext uri="{FF2B5EF4-FFF2-40B4-BE49-F238E27FC236}">
                <a16:creationId xmlns:a16="http://schemas.microsoft.com/office/drawing/2014/main" id="{5CA785D1-63A1-49D7-9381-EC821250A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54653F52-E778-4C4F-BC49-6D7A580A561B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7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F3F637FD-E3A5-45D1-9333-84A101FF3C7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E49080C0-57C9-48AE-BCFD-D1D6F08CF9A2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8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幻灯片图像占位符 29696">
            <a:extLst>
              <a:ext uri="{FF2B5EF4-FFF2-40B4-BE49-F238E27FC236}">
                <a16:creationId xmlns:a16="http://schemas.microsoft.com/office/drawing/2014/main" id="{32877C12-42FF-4B44-8327-0D201B1A14CE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文本占位符 29697">
            <a:extLst>
              <a:ext uri="{FF2B5EF4-FFF2-40B4-BE49-F238E27FC236}">
                <a16:creationId xmlns:a16="http://schemas.microsoft.com/office/drawing/2014/main" id="{8B483B97-6B83-4ADE-859D-140B6C768B9A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19461" name="文本框 29698">
            <a:extLst>
              <a:ext uri="{FF2B5EF4-FFF2-40B4-BE49-F238E27FC236}">
                <a16:creationId xmlns:a16="http://schemas.microsoft.com/office/drawing/2014/main" id="{5CE19877-B1A1-40B3-8B5A-E50279DF9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0FE725D9-7585-44D0-96D6-A1B885047FC7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8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DE4D7B43-161B-483C-919D-065147B42DD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CC04BFA4-62BA-4CB6-97F7-258E54809F87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9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7" name="幻灯片图像占位符 30720">
            <a:extLst>
              <a:ext uri="{FF2B5EF4-FFF2-40B4-BE49-F238E27FC236}">
                <a16:creationId xmlns:a16="http://schemas.microsoft.com/office/drawing/2014/main" id="{57251B32-3B58-4069-B6C7-895FB42A3BE6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文本占位符 30721">
            <a:extLst>
              <a:ext uri="{FF2B5EF4-FFF2-40B4-BE49-F238E27FC236}">
                <a16:creationId xmlns:a16="http://schemas.microsoft.com/office/drawing/2014/main" id="{10A58488-83D5-4F2E-892B-4F8E665CE8BF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21509" name="文本框 30722">
            <a:extLst>
              <a:ext uri="{FF2B5EF4-FFF2-40B4-BE49-F238E27FC236}">
                <a16:creationId xmlns:a16="http://schemas.microsoft.com/office/drawing/2014/main" id="{1DD0940A-3F3E-4BE9-9194-ADE5CC83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5B313F71-3FB2-4F9C-91E6-88989CFF93E6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9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B2EE1D18-143D-441D-B00C-C5F07A5351B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2B9D42F5-62C3-4049-BCE4-A041C6D28FC7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10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幻灯片图像占位符 31744">
            <a:extLst>
              <a:ext uri="{FF2B5EF4-FFF2-40B4-BE49-F238E27FC236}">
                <a16:creationId xmlns:a16="http://schemas.microsoft.com/office/drawing/2014/main" id="{97BE6F28-C165-4B1A-8F3F-795F5F762F00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6" name="文本占位符 31745">
            <a:extLst>
              <a:ext uri="{FF2B5EF4-FFF2-40B4-BE49-F238E27FC236}">
                <a16:creationId xmlns:a16="http://schemas.microsoft.com/office/drawing/2014/main" id="{5A2C509D-1484-44F3-A56D-81604B2BEC98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23557" name="文本框 31746">
            <a:extLst>
              <a:ext uri="{FF2B5EF4-FFF2-40B4-BE49-F238E27FC236}">
                <a16:creationId xmlns:a16="http://schemas.microsoft.com/office/drawing/2014/main" id="{87F04208-5F57-4CB8-B99D-E83B32545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DAD1F8FF-699C-42FF-9BA3-8659AAF7529A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10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79E838F8-AD13-4023-B9AF-5A907248BAE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E764987F-3F1C-4D4F-BB47-0DBD5E073B11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11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幻灯片图像占位符 32768">
            <a:extLst>
              <a:ext uri="{FF2B5EF4-FFF2-40B4-BE49-F238E27FC236}">
                <a16:creationId xmlns:a16="http://schemas.microsoft.com/office/drawing/2014/main" id="{62213EC9-88AB-448F-ACC2-4025C9146C13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4" name="文本占位符 32769">
            <a:extLst>
              <a:ext uri="{FF2B5EF4-FFF2-40B4-BE49-F238E27FC236}">
                <a16:creationId xmlns:a16="http://schemas.microsoft.com/office/drawing/2014/main" id="{AE8FD25E-469A-4C82-8A97-B38A8C9848DD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25605" name="文本框 32770">
            <a:extLst>
              <a:ext uri="{FF2B5EF4-FFF2-40B4-BE49-F238E27FC236}">
                <a16:creationId xmlns:a16="http://schemas.microsoft.com/office/drawing/2014/main" id="{15A346B9-EF06-48E6-B50A-43851A188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AE8299BF-BE09-4205-AD0D-C52AEF872DB0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11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>
            <a:extLst>
              <a:ext uri="{FF2B5EF4-FFF2-40B4-BE49-F238E27FC236}">
                <a16:creationId xmlns:a16="http://schemas.microsoft.com/office/drawing/2014/main" id="{C43AE3F3-7207-45AF-9A9C-FD2AED7AD48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928A4E2B-F19E-4871-A1A6-5947D64C8DB2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12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幻灯片图像占位符 33792">
            <a:extLst>
              <a:ext uri="{FF2B5EF4-FFF2-40B4-BE49-F238E27FC236}">
                <a16:creationId xmlns:a16="http://schemas.microsoft.com/office/drawing/2014/main" id="{59A55760-41F5-4CDC-8783-73C34F97EBF1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文本占位符 33793">
            <a:extLst>
              <a:ext uri="{FF2B5EF4-FFF2-40B4-BE49-F238E27FC236}">
                <a16:creationId xmlns:a16="http://schemas.microsoft.com/office/drawing/2014/main" id="{571B42D6-FFE0-47D2-AE6F-24ADA06F6D11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27653" name="文本框 33794">
            <a:extLst>
              <a:ext uri="{FF2B5EF4-FFF2-40B4-BE49-F238E27FC236}">
                <a16:creationId xmlns:a16="http://schemas.microsoft.com/office/drawing/2014/main" id="{8F10C068-0CC8-4712-97B6-BB9D183E6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E7AC16C5-1DEF-4AC1-BCBC-EC7B1C9BDDBC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12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>
            <a:extLst>
              <a:ext uri="{FF2B5EF4-FFF2-40B4-BE49-F238E27FC236}">
                <a16:creationId xmlns:a16="http://schemas.microsoft.com/office/drawing/2014/main" id="{CEB34C18-65E9-4CDD-8907-D53E50DE909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667F3A78-217F-4622-BC6B-FB7172F1DC72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13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幻灯片图像占位符 34816">
            <a:extLst>
              <a:ext uri="{FF2B5EF4-FFF2-40B4-BE49-F238E27FC236}">
                <a16:creationId xmlns:a16="http://schemas.microsoft.com/office/drawing/2014/main" id="{6920BBB0-7D30-4D7A-AD3B-A6B7983D0C9F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0" name="文本占位符 34817">
            <a:extLst>
              <a:ext uri="{FF2B5EF4-FFF2-40B4-BE49-F238E27FC236}">
                <a16:creationId xmlns:a16="http://schemas.microsoft.com/office/drawing/2014/main" id="{692F8DE1-FD93-4C66-87F6-F5EEE03534AC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29701" name="文本框 34818">
            <a:extLst>
              <a:ext uri="{FF2B5EF4-FFF2-40B4-BE49-F238E27FC236}">
                <a16:creationId xmlns:a16="http://schemas.microsoft.com/office/drawing/2014/main" id="{49325603-BB6C-4A31-9142-CEC105478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EA3FD21E-D072-4433-81BD-DDE7BE4340E7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13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>
            <a:extLst>
              <a:ext uri="{FF2B5EF4-FFF2-40B4-BE49-F238E27FC236}">
                <a16:creationId xmlns:a16="http://schemas.microsoft.com/office/drawing/2014/main" id="{0D5241CE-0657-4C46-9F94-ED952401059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B0928BFA-965D-4CA9-958E-7343437423CC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14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幻灯片图像占位符 35840">
            <a:extLst>
              <a:ext uri="{FF2B5EF4-FFF2-40B4-BE49-F238E27FC236}">
                <a16:creationId xmlns:a16="http://schemas.microsoft.com/office/drawing/2014/main" id="{E3F6B7A4-322D-472D-A0B2-EB69F9FD4F04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8" name="文本占位符 35841">
            <a:extLst>
              <a:ext uri="{FF2B5EF4-FFF2-40B4-BE49-F238E27FC236}">
                <a16:creationId xmlns:a16="http://schemas.microsoft.com/office/drawing/2014/main" id="{85A52237-3FBD-4FC9-994B-68A9EB38A21B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31749" name="文本框 35842">
            <a:extLst>
              <a:ext uri="{FF2B5EF4-FFF2-40B4-BE49-F238E27FC236}">
                <a16:creationId xmlns:a16="http://schemas.microsoft.com/office/drawing/2014/main" id="{C53F6494-133E-4515-A9AA-77AB19726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5C11EE72-C4B5-4B30-937D-2BD5E20B79AA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14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5DB5B8BF-A2A8-449D-9BD2-5C4FAEB298E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54137629-D9D1-4ADB-91D7-47D93067546B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15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5" name="幻灯片图像占位符 36864">
            <a:extLst>
              <a:ext uri="{FF2B5EF4-FFF2-40B4-BE49-F238E27FC236}">
                <a16:creationId xmlns:a16="http://schemas.microsoft.com/office/drawing/2014/main" id="{27B8C58F-FF02-4D27-A84E-B8A8F0EBFCBF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6" name="文本占位符 36865">
            <a:extLst>
              <a:ext uri="{FF2B5EF4-FFF2-40B4-BE49-F238E27FC236}">
                <a16:creationId xmlns:a16="http://schemas.microsoft.com/office/drawing/2014/main" id="{75A448AF-8A6B-4B06-92E4-33FD7A6210CB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33797" name="文本框 36866">
            <a:extLst>
              <a:ext uri="{FF2B5EF4-FFF2-40B4-BE49-F238E27FC236}">
                <a16:creationId xmlns:a16="http://schemas.microsoft.com/office/drawing/2014/main" id="{AE92E9FA-B363-48C5-99CF-7DD851B55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77D1EBE6-906A-48CD-B5AE-B3EFF02BF4EB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15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FA5A8B8D-E241-43A9-9FF5-A5F45906A6B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9CFBBEE9-0A33-47E2-9F99-DB3FED284422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16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3" name="幻灯片图像占位符 37888">
            <a:extLst>
              <a:ext uri="{FF2B5EF4-FFF2-40B4-BE49-F238E27FC236}">
                <a16:creationId xmlns:a16="http://schemas.microsoft.com/office/drawing/2014/main" id="{1B69AAF9-C628-4DC5-AA11-0C3CABE16AA6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4" name="文本占位符 37889">
            <a:extLst>
              <a:ext uri="{FF2B5EF4-FFF2-40B4-BE49-F238E27FC236}">
                <a16:creationId xmlns:a16="http://schemas.microsoft.com/office/drawing/2014/main" id="{7CF265E4-C6A5-4ACD-811B-7A7BF0A2D9A0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35845" name="文本框 37890">
            <a:extLst>
              <a:ext uri="{FF2B5EF4-FFF2-40B4-BE49-F238E27FC236}">
                <a16:creationId xmlns:a16="http://schemas.microsoft.com/office/drawing/2014/main" id="{63643A96-E681-4CBF-A911-A49DC91DF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3C23BD71-3440-45C2-8C8C-F504A60B16F5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16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DCB15AE5-33D1-4F58-A37F-6DA4B8A7B1B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916B7751-FCEB-43FB-9795-D7AF6F49F953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17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1" name="幻灯片图像占位符 38912">
            <a:extLst>
              <a:ext uri="{FF2B5EF4-FFF2-40B4-BE49-F238E27FC236}">
                <a16:creationId xmlns:a16="http://schemas.microsoft.com/office/drawing/2014/main" id="{0166D819-B166-49ED-B467-14B731053776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2" name="文本占位符 38913">
            <a:extLst>
              <a:ext uri="{FF2B5EF4-FFF2-40B4-BE49-F238E27FC236}">
                <a16:creationId xmlns:a16="http://schemas.microsoft.com/office/drawing/2014/main" id="{43FACC82-0498-4765-864C-09E028E4F1E2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37893" name="文本框 38914">
            <a:extLst>
              <a:ext uri="{FF2B5EF4-FFF2-40B4-BE49-F238E27FC236}">
                <a16:creationId xmlns:a16="http://schemas.microsoft.com/office/drawing/2014/main" id="{2A94D1C8-E7B4-4656-B5D0-44AAD15D5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8B3554BE-15AA-4A91-90F0-583049617AD1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17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>
            <a:extLst>
              <a:ext uri="{FF2B5EF4-FFF2-40B4-BE49-F238E27FC236}">
                <a16:creationId xmlns:a16="http://schemas.microsoft.com/office/drawing/2014/main" id="{493D2B5A-ED21-4ED3-8CD8-D1C32359E2A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fld id="{EB45038D-3316-406B-B1E7-9C3129987F01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18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9" name="幻灯片图像占位符 39936">
            <a:extLst>
              <a:ext uri="{FF2B5EF4-FFF2-40B4-BE49-F238E27FC236}">
                <a16:creationId xmlns:a16="http://schemas.microsoft.com/office/drawing/2014/main" id="{CE09920D-851E-4AF4-BE8B-E0BC37B9BD6D}"/>
              </a:ext>
            </a:extLst>
          </p:cNvPr>
          <p:cNvSpPr txBox="1">
            <a:spLocks noChangeArrowheads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0" name="文本占位符 39937">
            <a:extLst>
              <a:ext uri="{FF2B5EF4-FFF2-40B4-BE49-F238E27FC236}">
                <a16:creationId xmlns:a16="http://schemas.microsoft.com/office/drawing/2014/main" id="{621B2836-5CC7-4459-A30B-A2D4F70CA086}"/>
              </a:ext>
            </a:extLst>
          </p:cNvPr>
          <p:cNvSpPr txBox="1">
            <a:spLocks noChangeArrowheads="1"/>
          </p:cNvSpPr>
          <p:nvPr>
            <p:ph type="body" idx="4294967295"/>
          </p:nvPr>
        </p:nvSpPr>
        <p:spPr>
          <a:xfrm>
            <a:off x="685800" y="4400550"/>
            <a:ext cx="5486400" cy="3600450"/>
          </a:xfrm>
          <a:ln/>
        </p:spPr>
        <p:txBody>
          <a:bodyPr wrap="none" anchor="ctr"/>
          <a:lstStyle/>
          <a:p>
            <a:endParaRPr lang="en-GB" altLang="zh-CN">
              <a:latin typeface="Times New Roman" panose="02020603050405020304" pitchFamily="18" charset="0"/>
            </a:endParaRPr>
          </a:p>
        </p:txBody>
      </p:sp>
      <p:sp>
        <p:nvSpPr>
          <p:cNvPr id="39941" name="文本框 39938">
            <a:extLst>
              <a:ext uri="{FF2B5EF4-FFF2-40B4-BE49-F238E27FC236}">
                <a16:creationId xmlns:a16="http://schemas.microsoft.com/office/drawing/2014/main" id="{1319A6AC-3965-4571-A930-C4D3CA7A5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r" hangingPunct="1">
              <a:lnSpc>
                <a:spcPct val="100000"/>
              </a:lnSpc>
            </a:pPr>
            <a:fld id="{5B600749-7743-4654-9E2F-09160891EE57}" type="slidenum">
              <a:rPr lang="en-US" altLang="zh-CN" sz="1200">
                <a:latin typeface="+mn-lt" charset="0"/>
                <a:ea typeface="宋体" panose="02010600030101010101" pitchFamily="2" charset="-122"/>
              </a:rPr>
              <a:pPr algn="r" hangingPunct="1">
                <a:lnSpc>
                  <a:spcPct val="100000"/>
                </a:lnSpc>
              </a:pPr>
              <a:t>18</a:t>
            </a:fld>
            <a:endParaRPr lang="en-US" altLang="zh-CN" sz="1200">
              <a:latin typeface="+mn-lt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82253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8662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6581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3224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4824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7504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4190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71678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93268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964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23090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灯片编号占位符 2048">
            <a:extLst>
              <a:ext uri="{FF2B5EF4-FFF2-40B4-BE49-F238E27FC236}">
                <a16:creationId xmlns:a16="http://schemas.microsoft.com/office/drawing/2014/main" id="{B46298C3-FD9A-4DDF-AF4E-4CD5C30D9B36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72E053-DB03-4E5B-B50A-F9CBB505E2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7934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2048">
            <a:extLst>
              <a:ext uri="{FF2B5EF4-FFF2-40B4-BE49-F238E27FC236}">
                <a16:creationId xmlns:a16="http://schemas.microsoft.com/office/drawing/2014/main" id="{4B659AD0-8BBC-418B-B008-45DA307E7F76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3A97A7-9C7F-4763-BB5A-5491A841040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373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2048">
            <a:extLst>
              <a:ext uri="{FF2B5EF4-FFF2-40B4-BE49-F238E27FC236}">
                <a16:creationId xmlns:a16="http://schemas.microsoft.com/office/drawing/2014/main" id="{992E45CC-FC40-4E47-BE49-7845EADC6E90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0F5A1-AA78-4065-8446-FF3734D544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4280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4963"/>
            <a:ext cx="5375894" cy="39751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4919" y="1604963"/>
            <a:ext cx="5375894" cy="39751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2048">
            <a:extLst>
              <a:ext uri="{FF2B5EF4-FFF2-40B4-BE49-F238E27FC236}">
                <a16:creationId xmlns:a16="http://schemas.microsoft.com/office/drawing/2014/main" id="{E836D8DB-F6C7-461B-AA47-05DB7A4889A5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725BD1-E494-4AA6-B875-8D02651273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469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2048">
            <a:extLst>
              <a:ext uri="{FF2B5EF4-FFF2-40B4-BE49-F238E27FC236}">
                <a16:creationId xmlns:a16="http://schemas.microsoft.com/office/drawing/2014/main" id="{BDF66013-B1A4-4043-8431-A132E4E0195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498632-F9CD-48CB-B87D-5FDB7D58B0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459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2048">
            <a:extLst>
              <a:ext uri="{FF2B5EF4-FFF2-40B4-BE49-F238E27FC236}">
                <a16:creationId xmlns:a16="http://schemas.microsoft.com/office/drawing/2014/main" id="{325DDF33-2DF8-428A-8DF8-FCF22D8C9D93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84747B-6723-4CF6-AE62-AA9D9A6C09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89822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048">
            <a:extLst>
              <a:ext uri="{FF2B5EF4-FFF2-40B4-BE49-F238E27FC236}">
                <a16:creationId xmlns:a16="http://schemas.microsoft.com/office/drawing/2014/main" id="{2129D9A0-C1C3-4867-91FF-E4775371D11A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402C32-6D6C-4920-946F-60C1B1242A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50700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2048">
            <a:extLst>
              <a:ext uri="{FF2B5EF4-FFF2-40B4-BE49-F238E27FC236}">
                <a16:creationId xmlns:a16="http://schemas.microsoft.com/office/drawing/2014/main" id="{04F7E22B-F833-4D00-8144-55C0B1070812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7DFC94-8988-47C1-977F-E59DC2AF494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9845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2048">
            <a:extLst>
              <a:ext uri="{FF2B5EF4-FFF2-40B4-BE49-F238E27FC236}">
                <a16:creationId xmlns:a16="http://schemas.microsoft.com/office/drawing/2014/main" id="{2647E2F6-75B7-4D72-B72F-8A4898B40C4D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D43BD6-BBF1-4F8F-ABC8-86668FC6DE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49926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2048">
            <a:extLst>
              <a:ext uri="{FF2B5EF4-FFF2-40B4-BE49-F238E27FC236}">
                <a16:creationId xmlns:a16="http://schemas.microsoft.com/office/drawing/2014/main" id="{652A48E0-D3B3-4F15-BEA0-F2D2C179DFEA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ACF94-CF2B-42E7-BF37-99CBBF305C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62016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10" y="273050"/>
            <a:ext cx="2742803" cy="53070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3050"/>
            <a:ext cx="8069407" cy="53070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2048">
            <a:extLst>
              <a:ext uri="{FF2B5EF4-FFF2-40B4-BE49-F238E27FC236}">
                <a16:creationId xmlns:a16="http://schemas.microsoft.com/office/drawing/2014/main" id="{FBEECD31-2806-4AC4-AC82-FD6E09F05A4B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A5BFF5-E998-49CA-9793-7FA65C4496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512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</p:sldLayoutIdLst>
  <p:hf sldNum="0" hdr="0"/>
  <p:txStyles>
    <p:titleStyle>
      <a:lvl1pPr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Noto Sans CJK SC" charset="0"/>
        </a:defRPr>
      </a:lvl1pPr>
      <a:lvl2pPr lvl="1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2pPr>
      <a:lvl3pPr lvl="2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3pPr>
      <a:lvl4pPr lvl="3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4pPr>
      <a:lvl5pPr lvl="4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5pPr>
      <a:lvl6pPr marL="457200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6pPr>
      <a:lvl7pPr marL="914400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7pPr>
      <a:lvl8pPr marL="1371600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8pPr>
      <a:lvl9pPr marL="1828800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9pPr>
    </p:titleStyle>
    <p:bodyStyle>
      <a:lvl1pPr marL="342900" indent="-342900" algn="l" rtl="0" fontAlgn="base">
        <a:lnSpc>
          <a:spcPct val="121000"/>
        </a:lnSpc>
        <a:spcBef>
          <a:spcPts val="1425"/>
        </a:spcBef>
        <a:spcAft>
          <a:spcPts val="13"/>
        </a:spcAft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Noto Sans CJK SC" charset="0"/>
        </a:defRPr>
      </a:lvl1pPr>
      <a:lvl2pPr marL="742950" lvl="1" indent="-285750" algn="l" rtl="0" fontAlgn="base">
        <a:lnSpc>
          <a:spcPct val="121000"/>
        </a:lnSpc>
        <a:spcBef>
          <a:spcPts val="1138"/>
        </a:spcBef>
        <a:spcAft>
          <a:spcPts val="13"/>
        </a:spcAft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2pPr>
      <a:lvl3pPr marL="1143000" lvl="2" indent="-228600" algn="l" rtl="0" fontAlgn="base">
        <a:lnSpc>
          <a:spcPct val="121000"/>
        </a:lnSpc>
        <a:spcBef>
          <a:spcPts val="863"/>
        </a:spcBef>
        <a:spcAft>
          <a:spcPts val="13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3pPr>
      <a:lvl4pPr marL="1600200" lvl="3" indent="-228600" algn="l" rtl="0" fontAlgn="base">
        <a:lnSpc>
          <a:spcPct val="121000"/>
        </a:lnSpc>
        <a:spcBef>
          <a:spcPts val="575"/>
        </a:spcBef>
        <a:spcAft>
          <a:spcPts val="13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4pPr>
      <a:lvl5pPr marL="2057400" lvl="4" indent="-228600" algn="l" rtl="0" fontAlgn="base">
        <a:lnSpc>
          <a:spcPct val="121000"/>
        </a:lnSpc>
        <a:spcBef>
          <a:spcPts val="288"/>
        </a:spcBef>
        <a:spcAft>
          <a:spcPts val="13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5pPr>
      <a:lvl6pPr marL="2514600" lvl="5" indent="-228600" algn="l" defTabSz="914400" rtl="0" eaLnBrk="1" fontAlgn="base" latinLnBrk="0" hangingPunct="1">
        <a:lnSpc>
          <a:spcPct val="121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Noto Sans CJK SC" charset="0"/>
          <a:ea typeface="Noto Sans CJK SC" charset="0"/>
          <a:cs typeface="+mn-cs"/>
        </a:defRPr>
      </a:lvl6pPr>
      <a:lvl7pPr marL="2971800" lvl="6" indent="-228600" algn="l" defTabSz="914400" rtl="0" eaLnBrk="1" fontAlgn="base" latinLnBrk="0" hangingPunct="1">
        <a:lnSpc>
          <a:spcPct val="121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Noto Sans CJK SC" charset="0"/>
          <a:ea typeface="Noto Sans CJK SC" charset="0"/>
          <a:cs typeface="+mn-cs"/>
        </a:defRPr>
      </a:lvl7pPr>
      <a:lvl8pPr marL="3429000" lvl="7" indent="-228600" algn="l" defTabSz="914400" rtl="0" eaLnBrk="1" fontAlgn="base" latinLnBrk="0" hangingPunct="1">
        <a:lnSpc>
          <a:spcPct val="121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Noto Sans CJK SC" charset="0"/>
          <a:ea typeface="Noto Sans CJK SC" charset="0"/>
          <a:cs typeface="+mn-cs"/>
        </a:defRPr>
      </a:lvl8pPr>
      <a:lvl9pPr marL="3886200" lvl="8" indent="-228600" algn="l" defTabSz="914400" rtl="0" eaLnBrk="1" fontAlgn="base" latinLnBrk="0" hangingPunct="1">
        <a:lnSpc>
          <a:spcPct val="121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Noto Sans CJK SC" charset="0"/>
          <a:ea typeface="Noto Sans CJK SC" charset="0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灯片编号占位符 2048">
            <a:extLst>
              <a:ext uri="{FF2B5EF4-FFF2-40B4-BE49-F238E27FC236}">
                <a16:creationId xmlns:a16="http://schemas.microsoft.com/office/drawing/2014/main" id="{403A2340-54CB-4628-8DD6-2765517C103C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11383963" y="6510338"/>
            <a:ext cx="798512" cy="2984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defRPr>
            </a:lvl1pPr>
          </a:lstStyle>
          <a:p>
            <a:fld id="{C06F82E8-6836-41E1-B648-13FB538EF1A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051" name="标题 2049">
            <a:extLst>
              <a:ext uri="{FF2B5EF4-FFF2-40B4-BE49-F238E27FC236}">
                <a16:creationId xmlns:a16="http://schemas.microsoft.com/office/drawing/2014/main" id="{BCC065D2-4804-4DF6-839B-70F9540C74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the title text format</a:t>
            </a:r>
          </a:p>
        </p:txBody>
      </p:sp>
      <p:sp>
        <p:nvSpPr>
          <p:cNvPr id="2052" name="文本占位符 2050">
            <a:extLst>
              <a:ext uri="{FF2B5EF4-FFF2-40B4-BE49-F238E27FC236}">
                <a16:creationId xmlns:a16="http://schemas.microsoft.com/office/drawing/2014/main" id="{57110C9C-55C6-457E-8B4A-34F157D825A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the outline text format</a:t>
            </a:r>
          </a:p>
          <a:p>
            <a:pPr lvl="1"/>
            <a:r>
              <a:rPr lang="en-US" altLang="zh-CN"/>
              <a:t>Second Outline Level</a:t>
            </a:r>
          </a:p>
          <a:p>
            <a:pPr lvl="2"/>
            <a:r>
              <a:rPr lang="en-US" altLang="zh-CN"/>
              <a:t>Third Outline Level</a:t>
            </a:r>
          </a:p>
          <a:p>
            <a:pPr lvl="3"/>
            <a:r>
              <a:rPr lang="en-US" altLang="zh-CN"/>
              <a:t>Fourth Outline Level</a:t>
            </a:r>
          </a:p>
          <a:p>
            <a:pPr lvl="4"/>
            <a:r>
              <a:rPr lang="en-US" altLang="zh-CN"/>
              <a:t>Fifth Outline Level</a:t>
            </a:r>
          </a:p>
          <a:p>
            <a:pPr lvl="4"/>
            <a:r>
              <a:rPr lang="en-US" altLang="zh-CN"/>
              <a:t>Sixth Outline Level</a:t>
            </a:r>
          </a:p>
          <a:p>
            <a:pPr lvl="4"/>
            <a:r>
              <a:rPr lang="en-US" altLang="zh-CN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/>
  <p:txStyles>
    <p:titleStyle>
      <a:lvl1pPr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Noto Sans CJK SC" charset="0"/>
        </a:defRPr>
      </a:lvl1pPr>
      <a:lvl2pPr lvl="1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2pPr>
      <a:lvl3pPr lvl="2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3pPr>
      <a:lvl4pPr lvl="3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4pPr>
      <a:lvl5pPr lvl="4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5pPr>
      <a:lvl6pPr marL="457200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6pPr>
      <a:lvl7pPr marL="914400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7pPr>
      <a:lvl8pPr marL="1371600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8pPr>
      <a:lvl9pPr marL="1828800" algn="l" rtl="0" fontAlgn="base">
        <a:lnSpc>
          <a:spcPct val="121000"/>
        </a:lnSpc>
        <a:spcBef>
          <a:spcPts val="13"/>
        </a:spcBef>
        <a:spcAft>
          <a:spcPts val="13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9pPr>
    </p:titleStyle>
    <p:bodyStyle>
      <a:lvl1pPr marL="342900" indent="-342900" algn="l" rtl="0" fontAlgn="base">
        <a:lnSpc>
          <a:spcPct val="121000"/>
        </a:lnSpc>
        <a:spcBef>
          <a:spcPts val="1425"/>
        </a:spcBef>
        <a:spcAft>
          <a:spcPts val="13"/>
        </a:spcAft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Noto Sans CJK SC" charset="0"/>
        </a:defRPr>
      </a:lvl1pPr>
      <a:lvl2pPr marL="742950" lvl="1" indent="-285750" algn="l" rtl="0" fontAlgn="base">
        <a:lnSpc>
          <a:spcPct val="121000"/>
        </a:lnSpc>
        <a:spcBef>
          <a:spcPts val="1138"/>
        </a:spcBef>
        <a:spcAft>
          <a:spcPts val="13"/>
        </a:spcAft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2pPr>
      <a:lvl3pPr marL="1143000" lvl="2" indent="-228600" algn="l" rtl="0" fontAlgn="base">
        <a:lnSpc>
          <a:spcPct val="121000"/>
        </a:lnSpc>
        <a:spcBef>
          <a:spcPts val="863"/>
        </a:spcBef>
        <a:spcAft>
          <a:spcPts val="13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3pPr>
      <a:lvl4pPr marL="1600200" lvl="3" indent="-228600" algn="l" rtl="0" fontAlgn="base">
        <a:lnSpc>
          <a:spcPct val="121000"/>
        </a:lnSpc>
        <a:spcBef>
          <a:spcPts val="575"/>
        </a:spcBef>
        <a:spcAft>
          <a:spcPts val="13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4pPr>
      <a:lvl5pPr marL="2057400" lvl="4" indent="-228600" algn="l" rtl="0" fontAlgn="base">
        <a:lnSpc>
          <a:spcPct val="121000"/>
        </a:lnSpc>
        <a:spcBef>
          <a:spcPts val="288"/>
        </a:spcBef>
        <a:spcAft>
          <a:spcPts val="13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Noto Sans CJK SC" charset="0"/>
          <a:ea typeface="Noto Sans CJK SC" charset="0"/>
          <a:cs typeface="Noto Sans CJK SC" charset="0"/>
        </a:defRPr>
      </a:lvl5pPr>
      <a:lvl6pPr marL="2514600" lvl="5" indent="-228600" algn="l" defTabSz="914400" rtl="0" eaLnBrk="1" fontAlgn="base" latinLnBrk="0" hangingPunct="1">
        <a:lnSpc>
          <a:spcPct val="121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Noto Sans CJK SC" charset="0"/>
          <a:ea typeface="Noto Sans CJK SC" charset="0"/>
          <a:cs typeface="+mn-cs"/>
        </a:defRPr>
      </a:lvl6pPr>
      <a:lvl7pPr marL="2971800" lvl="6" indent="-228600" algn="l" defTabSz="914400" rtl="0" eaLnBrk="1" fontAlgn="base" latinLnBrk="0" hangingPunct="1">
        <a:lnSpc>
          <a:spcPct val="121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Noto Sans CJK SC" charset="0"/>
          <a:ea typeface="Noto Sans CJK SC" charset="0"/>
          <a:cs typeface="+mn-cs"/>
        </a:defRPr>
      </a:lvl7pPr>
      <a:lvl8pPr marL="3429000" lvl="7" indent="-228600" algn="l" defTabSz="914400" rtl="0" eaLnBrk="1" fontAlgn="base" latinLnBrk="0" hangingPunct="1">
        <a:lnSpc>
          <a:spcPct val="121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Noto Sans CJK SC" charset="0"/>
          <a:ea typeface="Noto Sans CJK SC" charset="0"/>
          <a:cs typeface="+mn-cs"/>
        </a:defRPr>
      </a:lvl8pPr>
      <a:lvl9pPr marL="3886200" lvl="8" indent="-228600" algn="l" defTabSz="914400" rtl="0" eaLnBrk="1" fontAlgn="base" latinLnBrk="0" hangingPunct="1">
        <a:lnSpc>
          <a:spcPct val="121000"/>
        </a:lnSpc>
        <a:spcBef>
          <a:spcPts val="290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Noto Sans CJK SC" charset="0"/>
          <a:ea typeface="Noto Sans CJK SC" charset="0"/>
          <a:cs typeface="+mn-cs"/>
        </a:defRPr>
      </a:lvl9pPr>
    </p:bodyStyle>
    <p:otherStyle>
      <a:lvl1pPr marL="0" lvl="0" indent="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2pPr>
      <a:lvl3pPr marL="1143000" lvl="2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3pPr>
      <a:lvl4pPr marL="1600200" lvl="3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4pPr>
      <a:lvl5pPr marL="2057400" lvl="4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5pPr>
      <a:lvl6pPr marL="2286000" lvl="5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6pPr>
      <a:lvl7pPr marL="2743200" lvl="6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7pPr>
      <a:lvl8pPr marL="3200400" lvl="7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8pPr>
      <a:lvl9pPr marL="3657600" lvl="8" indent="-228600" algn="l" defTabSz="914400" rtl="0" eaLnBrk="1" fontAlgn="base" latinLnBrk="0" hangingPunct="0">
        <a:lnSpc>
          <a:spcPct val="93000"/>
        </a:lnSpc>
        <a:spcBef>
          <a:spcPts val="15"/>
        </a:spcBef>
        <a:spcAft>
          <a:spcPts val="15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Noto Sans CJK SC" charset="0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17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4096">
            <a:extLst>
              <a:ext uri="{FF2B5EF4-FFF2-40B4-BE49-F238E27FC236}">
                <a16:creationId xmlns:a16="http://schemas.microsoft.com/office/drawing/2014/main" id="{B79D08D7-D8EF-407C-8871-9CAD58240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172A4A"/>
          </a:solidFill>
          <a:ln w="12600">
            <a:solidFill>
              <a:srgbClr val="172A4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099" name="任意多边形 4097">
            <a:extLst>
              <a:ext uri="{FF2B5EF4-FFF2-40B4-BE49-F238E27FC236}">
                <a16:creationId xmlns:a16="http://schemas.microsoft.com/office/drawing/2014/main" id="{CFA3EFB8-E315-406F-B5B0-3AA794280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1238" y="136525"/>
            <a:ext cx="4479925" cy="4479925"/>
          </a:xfrm>
          <a:custGeom>
            <a:avLst/>
            <a:gdLst>
              <a:gd name="T0" fmla="*/ -19834 w 21600"/>
              <a:gd name="T1" fmla="*/ 13046 h 21600"/>
              <a:gd name="T2" fmla="*/ 0 w 21600"/>
              <a:gd name="T3" fmla="*/ 0 h 21600"/>
              <a:gd name="T4" fmla="*/ 21600 w 21600"/>
              <a:gd name="T5" fmla="*/ 21600 h 21600"/>
              <a:gd name="T6" fmla="*/ -19834 w 21600"/>
              <a:gd name="T7" fmla="*/ 13046 h 21600"/>
              <a:gd name="T8" fmla="*/ 0 w 21600"/>
              <a:gd name="T9" fmla="*/ 0 h 21600"/>
              <a:gd name="T10" fmla="*/ 21600 w 21600"/>
              <a:gd name="T11" fmla="*/ 21600 h 21600"/>
              <a:gd name="T12" fmla="*/ 0 w 21600"/>
              <a:gd name="T13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1600" fill="none">
                <a:moveTo>
                  <a:pt x="-19834" y="13046"/>
                </a:moveTo>
                <a:cubicBezTo>
                  <a:pt x="-16522" y="5368"/>
                  <a:pt x="-8888" y="0"/>
                  <a:pt x="0" y="0"/>
                </a:cubicBezTo>
                <a:cubicBezTo>
                  <a:pt x="11929" y="0"/>
                  <a:pt x="21600" y="9671"/>
                  <a:pt x="21600" y="21600"/>
                </a:cubicBezTo>
              </a:path>
              <a:path w="21600" h="21600" stroke="0">
                <a:moveTo>
                  <a:pt x="-19834" y="13046"/>
                </a:moveTo>
                <a:cubicBezTo>
                  <a:pt x="-16522" y="5368"/>
                  <a:pt x="-8888" y="0"/>
                  <a:pt x="0" y="0"/>
                </a:cubicBezTo>
                <a:cubicBezTo>
                  <a:pt x="11929" y="0"/>
                  <a:pt x="21600" y="9671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rgbClr val="172A4A">
              <a:alpha val="0"/>
            </a:srgbClr>
          </a:solidFill>
          <a:ln w="25560">
            <a:solidFill>
              <a:srgbClr val="2D4B7A">
                <a:alpha val="84999"/>
              </a:srgbClr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00" name="任意多边形 4098">
            <a:extLst>
              <a:ext uri="{FF2B5EF4-FFF2-40B4-BE49-F238E27FC236}">
                <a16:creationId xmlns:a16="http://schemas.microsoft.com/office/drawing/2014/main" id="{39F9F5E3-B38E-4DE4-99FE-44E7AE1FC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2743200"/>
            <a:ext cx="3108325" cy="3108325"/>
          </a:xfrm>
          <a:custGeom>
            <a:avLst/>
            <a:gdLst>
              <a:gd name="T0" fmla="*/ -19834 w 21600"/>
              <a:gd name="T1" fmla="*/ 13046 h 21600"/>
              <a:gd name="T2" fmla="*/ 0 w 21600"/>
              <a:gd name="T3" fmla="*/ 0 h 21600"/>
              <a:gd name="T4" fmla="*/ 21600 w 21600"/>
              <a:gd name="T5" fmla="*/ 21600 h 21600"/>
              <a:gd name="T6" fmla="*/ -19834 w 21600"/>
              <a:gd name="T7" fmla="*/ 13046 h 21600"/>
              <a:gd name="T8" fmla="*/ 0 w 21600"/>
              <a:gd name="T9" fmla="*/ 0 h 21600"/>
              <a:gd name="T10" fmla="*/ 21600 w 21600"/>
              <a:gd name="T11" fmla="*/ 21600 h 21600"/>
              <a:gd name="T12" fmla="*/ 0 w 21600"/>
              <a:gd name="T13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1600" fill="none">
                <a:moveTo>
                  <a:pt x="-19834" y="13046"/>
                </a:moveTo>
                <a:cubicBezTo>
                  <a:pt x="-16522" y="5368"/>
                  <a:pt x="-8888" y="0"/>
                  <a:pt x="0" y="0"/>
                </a:cubicBezTo>
                <a:cubicBezTo>
                  <a:pt x="11929" y="0"/>
                  <a:pt x="21600" y="9671"/>
                  <a:pt x="21600" y="21600"/>
                </a:cubicBezTo>
              </a:path>
              <a:path w="21600" h="21600" stroke="0">
                <a:moveTo>
                  <a:pt x="-19834" y="13046"/>
                </a:moveTo>
                <a:cubicBezTo>
                  <a:pt x="-16522" y="5368"/>
                  <a:pt x="-8888" y="0"/>
                  <a:pt x="0" y="0"/>
                </a:cubicBezTo>
                <a:cubicBezTo>
                  <a:pt x="11929" y="0"/>
                  <a:pt x="21600" y="9671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rgbClr val="172A4A">
              <a:alpha val="0"/>
            </a:srgbClr>
          </a:solidFill>
          <a:ln w="25560">
            <a:solidFill>
              <a:srgbClr val="00A6A6">
                <a:alpha val="89999"/>
              </a:srgbClr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01" name="矩形 4099">
            <a:extLst>
              <a:ext uri="{FF2B5EF4-FFF2-40B4-BE49-F238E27FC236}">
                <a16:creationId xmlns:a16="http://schemas.microsoft.com/office/drawing/2014/main" id="{305B3DEF-7C8E-41CA-A4C9-093049647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1444625"/>
            <a:ext cx="5715000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3800" b="1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4102" name="矩形 4100">
            <a:extLst>
              <a:ext uri="{FF2B5EF4-FFF2-40B4-BE49-F238E27FC236}">
                <a16:creationId xmlns:a16="http://schemas.microsoft.com/office/drawing/2014/main" id="{98B74ACB-4429-4427-A2E3-CC565AA1F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149475"/>
            <a:ext cx="58515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100">
                <a:solidFill>
                  <a:srgbClr val="D4E1F4"/>
                </a:solidFill>
                <a:latin typeface="Noto Sans CJK SC" charset="0"/>
                <a:ea typeface="宋体" panose="02010600030101010101" pitchFamily="2" charset="-122"/>
              </a:rPr>
              <a:t>操作介绍与值守流程</a:t>
            </a:r>
          </a:p>
        </p:txBody>
      </p:sp>
      <p:sp>
        <p:nvSpPr>
          <p:cNvPr id="4103" name="矩形 4101">
            <a:extLst>
              <a:ext uri="{FF2B5EF4-FFF2-40B4-BE49-F238E27FC236}">
                <a16:creationId xmlns:a16="http://schemas.microsoft.com/office/drawing/2014/main" id="{E660300E-2C93-480B-B63E-0F066A07E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789238"/>
            <a:ext cx="59436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AFC4E6"/>
                </a:solidFill>
                <a:latin typeface="Noto Sans CJK SC" charset="0"/>
                <a:ea typeface="宋体" panose="02010600030101010101" pitchFamily="2" charset="-122"/>
              </a:rPr>
              <a:t>面向调度中心、服务热线、园区值守等场景</a:t>
            </a:r>
          </a:p>
        </p:txBody>
      </p:sp>
      <p:sp>
        <p:nvSpPr>
          <p:cNvPr id="4104" name="圆角矩形 4102">
            <a:extLst>
              <a:ext uri="{FF2B5EF4-FFF2-40B4-BE49-F238E27FC236}">
                <a16:creationId xmlns:a16="http://schemas.microsoft.com/office/drawing/2014/main" id="{F2E80BEB-D6AC-4771-AFCA-A049435E6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3932238"/>
            <a:ext cx="960438" cy="328612"/>
          </a:xfrm>
          <a:prstGeom prst="roundRect">
            <a:avLst>
              <a:gd name="adj" fmla="val 36106"/>
            </a:avLst>
          </a:prstGeom>
          <a:solidFill>
            <a:srgbClr val="FFFFFF">
              <a:alpha val="92999"/>
            </a:srgbClr>
          </a:solidFill>
          <a:ln w="12600">
            <a:solidFill>
              <a:srgbClr val="00A6A6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1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登录</a:t>
            </a:r>
          </a:p>
        </p:txBody>
      </p:sp>
      <p:sp>
        <p:nvSpPr>
          <p:cNvPr id="4105" name="圆角矩形 4103">
            <a:extLst>
              <a:ext uri="{FF2B5EF4-FFF2-40B4-BE49-F238E27FC236}">
                <a16:creationId xmlns:a16="http://schemas.microsoft.com/office/drawing/2014/main" id="{C0B3CF1E-9CCD-41B7-A5B2-5B7478EB3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3932238"/>
            <a:ext cx="960438" cy="328612"/>
          </a:xfrm>
          <a:prstGeom prst="roundRect">
            <a:avLst>
              <a:gd name="adj" fmla="val 36106"/>
            </a:avLst>
          </a:prstGeom>
          <a:solidFill>
            <a:srgbClr val="FFFFFF">
              <a:alpha val="92999"/>
            </a:srgbClr>
          </a:solidFill>
          <a:ln w="12600">
            <a:solidFill>
              <a:srgbClr val="F59E0B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100" b="1">
                <a:solidFill>
                  <a:srgbClr val="F59E0B"/>
                </a:solidFill>
                <a:latin typeface="Noto Sans CJK SC" charset="0"/>
                <a:ea typeface="宋体" panose="02010600030101010101" pitchFamily="2" charset="-122"/>
              </a:rPr>
              <a:t>接续</a:t>
            </a:r>
          </a:p>
        </p:txBody>
      </p:sp>
      <p:sp>
        <p:nvSpPr>
          <p:cNvPr id="4106" name="圆角矩形 4104">
            <a:extLst>
              <a:ext uri="{FF2B5EF4-FFF2-40B4-BE49-F238E27FC236}">
                <a16:creationId xmlns:a16="http://schemas.microsoft.com/office/drawing/2014/main" id="{69FF2E1C-2718-49CB-A81D-4506345E0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3932238"/>
            <a:ext cx="960437" cy="328612"/>
          </a:xfrm>
          <a:prstGeom prst="roundRect">
            <a:avLst>
              <a:gd name="adj" fmla="val 36106"/>
            </a:avLst>
          </a:prstGeom>
          <a:solidFill>
            <a:srgbClr val="FFFFFF">
              <a:alpha val="92999"/>
            </a:srgbClr>
          </a:solidFill>
          <a:ln w="12600">
            <a:solidFill>
              <a:srgbClr val="35A779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100" b="1">
                <a:solidFill>
                  <a:srgbClr val="35A779"/>
                </a:solidFill>
                <a:latin typeface="Noto Sans CJK SC" charset="0"/>
                <a:ea typeface="宋体" panose="02010600030101010101" pitchFamily="2" charset="-122"/>
              </a:rPr>
              <a:t>会议</a:t>
            </a:r>
          </a:p>
        </p:txBody>
      </p:sp>
      <p:sp>
        <p:nvSpPr>
          <p:cNvPr id="4107" name="圆角矩形 4105">
            <a:extLst>
              <a:ext uri="{FF2B5EF4-FFF2-40B4-BE49-F238E27FC236}">
                <a16:creationId xmlns:a16="http://schemas.microsoft.com/office/drawing/2014/main" id="{E655C1BD-1592-4C08-AFFB-AD6D9C62F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3932238"/>
            <a:ext cx="960437" cy="328612"/>
          </a:xfrm>
          <a:prstGeom prst="roundRect">
            <a:avLst>
              <a:gd name="adj" fmla="val 36106"/>
            </a:avLst>
          </a:prstGeom>
          <a:solidFill>
            <a:srgbClr val="FFFFFF">
              <a:alpha val="92999"/>
            </a:srgbClr>
          </a:solidFill>
          <a:ln w="12600">
            <a:solidFill>
              <a:srgbClr val="2B6DEB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100" b="1">
                <a:solidFill>
                  <a:srgbClr val="2B6DEB"/>
                </a:solidFill>
                <a:latin typeface="Noto Sans CJK SC" charset="0"/>
                <a:ea typeface="宋体" panose="02010600030101010101" pitchFamily="2" charset="-122"/>
              </a:rPr>
              <a:t>回呼</a:t>
            </a:r>
          </a:p>
        </p:txBody>
      </p:sp>
      <p:sp>
        <p:nvSpPr>
          <p:cNvPr id="4108" name="圆角矩形 4106">
            <a:extLst>
              <a:ext uri="{FF2B5EF4-FFF2-40B4-BE49-F238E27FC236}">
                <a16:creationId xmlns:a16="http://schemas.microsoft.com/office/drawing/2014/main" id="{632241F0-B70A-4A13-9848-0236D74EB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4038" y="1325563"/>
            <a:ext cx="4433887" cy="4132262"/>
          </a:xfrm>
          <a:prstGeom prst="roundRect">
            <a:avLst>
              <a:gd name="adj" fmla="val 1769"/>
            </a:avLst>
          </a:prstGeom>
          <a:solidFill>
            <a:srgbClr val="20385F"/>
          </a:solidFill>
          <a:ln w="12600">
            <a:solidFill>
              <a:srgbClr val="5A77A8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09" name="矩形 4107">
            <a:extLst>
              <a:ext uri="{FF2B5EF4-FFF2-40B4-BE49-F238E27FC236}">
                <a16:creationId xmlns:a16="http://schemas.microsoft.com/office/drawing/2014/main" id="{C0E36E9B-2848-4469-9958-81E32B526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0100" y="1600200"/>
            <a:ext cx="3932238" cy="311150"/>
          </a:xfrm>
          <a:prstGeom prst="rect">
            <a:avLst/>
          </a:prstGeom>
          <a:solidFill>
            <a:srgbClr val="2E4B7B"/>
          </a:solidFill>
          <a:ln w="12600">
            <a:solidFill>
              <a:srgbClr val="2E4B7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0" name="圆角矩形 4108">
            <a:extLst>
              <a:ext uri="{FF2B5EF4-FFF2-40B4-BE49-F238E27FC236}">
                <a16:creationId xmlns:a16="http://schemas.microsoft.com/office/drawing/2014/main" id="{32D53EF2-8828-4FC4-880C-56D7B1548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2130425"/>
            <a:ext cx="1663700" cy="420688"/>
          </a:xfrm>
          <a:prstGeom prst="roundRect">
            <a:avLst>
              <a:gd name="adj" fmla="val 13042"/>
            </a:avLst>
          </a:prstGeom>
          <a:solidFill>
            <a:srgbClr val="3AA6B9"/>
          </a:solidFill>
          <a:ln w="7560">
            <a:solidFill>
              <a:srgbClr val="8BB4D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1" name="圆角矩形 4109">
            <a:extLst>
              <a:ext uri="{FF2B5EF4-FFF2-40B4-BE49-F238E27FC236}">
                <a16:creationId xmlns:a16="http://schemas.microsoft.com/office/drawing/2014/main" id="{25744EB6-6D6B-463B-B753-9BAF82C0D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950" y="2130425"/>
            <a:ext cx="1663700" cy="420688"/>
          </a:xfrm>
          <a:prstGeom prst="roundRect">
            <a:avLst>
              <a:gd name="adj" fmla="val 13042"/>
            </a:avLst>
          </a:prstGeom>
          <a:solidFill>
            <a:srgbClr val="E7EEF8">
              <a:alpha val="95000"/>
            </a:srgbClr>
          </a:solidFill>
          <a:ln w="7560">
            <a:solidFill>
              <a:srgbClr val="8BB4D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2" name="圆角矩形 4110">
            <a:extLst>
              <a:ext uri="{FF2B5EF4-FFF2-40B4-BE49-F238E27FC236}">
                <a16:creationId xmlns:a16="http://schemas.microsoft.com/office/drawing/2014/main" id="{F22EDFE3-A608-4335-B8CE-E9B20DF65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2789238"/>
            <a:ext cx="1663700" cy="420687"/>
          </a:xfrm>
          <a:prstGeom prst="roundRect">
            <a:avLst>
              <a:gd name="adj" fmla="val 13042"/>
            </a:avLst>
          </a:prstGeom>
          <a:solidFill>
            <a:srgbClr val="E7EEF8">
              <a:alpha val="95000"/>
            </a:srgbClr>
          </a:solidFill>
          <a:ln w="7560">
            <a:solidFill>
              <a:srgbClr val="8BB4D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3" name="圆角矩形 4111">
            <a:extLst>
              <a:ext uri="{FF2B5EF4-FFF2-40B4-BE49-F238E27FC236}">
                <a16:creationId xmlns:a16="http://schemas.microsoft.com/office/drawing/2014/main" id="{46227653-4692-4B82-97EF-646700153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950" y="2789238"/>
            <a:ext cx="1663700" cy="420687"/>
          </a:xfrm>
          <a:prstGeom prst="roundRect">
            <a:avLst>
              <a:gd name="adj" fmla="val 13042"/>
            </a:avLst>
          </a:prstGeom>
          <a:solidFill>
            <a:srgbClr val="3AA6B9"/>
          </a:solidFill>
          <a:ln w="7560">
            <a:solidFill>
              <a:srgbClr val="8BB4D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4" name="圆角矩形 4112">
            <a:extLst>
              <a:ext uri="{FF2B5EF4-FFF2-40B4-BE49-F238E27FC236}">
                <a16:creationId xmlns:a16="http://schemas.microsoft.com/office/drawing/2014/main" id="{34221D5B-75C7-4DE1-BABA-3D6192566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3448050"/>
            <a:ext cx="1663700" cy="420688"/>
          </a:xfrm>
          <a:prstGeom prst="roundRect">
            <a:avLst>
              <a:gd name="adj" fmla="val 13042"/>
            </a:avLst>
          </a:prstGeom>
          <a:solidFill>
            <a:srgbClr val="E7EEF8">
              <a:alpha val="95000"/>
            </a:srgbClr>
          </a:solidFill>
          <a:ln w="7560">
            <a:solidFill>
              <a:srgbClr val="8BB4D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5" name="圆角矩形 4113">
            <a:extLst>
              <a:ext uri="{FF2B5EF4-FFF2-40B4-BE49-F238E27FC236}">
                <a16:creationId xmlns:a16="http://schemas.microsoft.com/office/drawing/2014/main" id="{80CDDFE4-B191-4EF1-B82A-AB6423E30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950" y="3448050"/>
            <a:ext cx="1663700" cy="420688"/>
          </a:xfrm>
          <a:prstGeom prst="roundRect">
            <a:avLst>
              <a:gd name="adj" fmla="val 13042"/>
            </a:avLst>
          </a:prstGeom>
          <a:solidFill>
            <a:srgbClr val="E7EEF8">
              <a:alpha val="95000"/>
            </a:srgbClr>
          </a:solidFill>
          <a:ln w="7560">
            <a:solidFill>
              <a:srgbClr val="8BB4D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6" name="圆角矩形 4114">
            <a:extLst>
              <a:ext uri="{FF2B5EF4-FFF2-40B4-BE49-F238E27FC236}">
                <a16:creationId xmlns:a16="http://schemas.microsoft.com/office/drawing/2014/main" id="{5D6928B5-8DD9-4710-97C2-C30CB29D7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4105275"/>
            <a:ext cx="1663700" cy="420688"/>
          </a:xfrm>
          <a:prstGeom prst="roundRect">
            <a:avLst>
              <a:gd name="adj" fmla="val 13042"/>
            </a:avLst>
          </a:prstGeom>
          <a:solidFill>
            <a:srgbClr val="3AA6B9"/>
          </a:solidFill>
          <a:ln w="7560">
            <a:solidFill>
              <a:srgbClr val="8BB4D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7" name="圆角矩形 4115">
            <a:extLst>
              <a:ext uri="{FF2B5EF4-FFF2-40B4-BE49-F238E27FC236}">
                <a16:creationId xmlns:a16="http://schemas.microsoft.com/office/drawing/2014/main" id="{AFE33236-1F36-4B9C-A72D-78A805C91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950" y="4105275"/>
            <a:ext cx="1663700" cy="420688"/>
          </a:xfrm>
          <a:prstGeom prst="roundRect">
            <a:avLst>
              <a:gd name="adj" fmla="val 13042"/>
            </a:avLst>
          </a:prstGeom>
          <a:solidFill>
            <a:srgbClr val="E7EEF8">
              <a:alpha val="95000"/>
            </a:srgbClr>
          </a:solidFill>
          <a:ln w="7560">
            <a:solidFill>
              <a:srgbClr val="8BB4D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8" name="矩形 4116">
            <a:extLst>
              <a:ext uri="{FF2B5EF4-FFF2-40B4-BE49-F238E27FC236}">
                <a16:creationId xmlns:a16="http://schemas.microsoft.com/office/drawing/2014/main" id="{165E5901-4C6B-45BC-B3C3-6173FDEF1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0100" y="4827588"/>
            <a:ext cx="3932238" cy="292100"/>
          </a:xfrm>
          <a:prstGeom prst="rect">
            <a:avLst/>
          </a:prstGeom>
          <a:solidFill>
            <a:srgbClr val="2E4B7B"/>
          </a:solidFill>
          <a:ln w="12600">
            <a:solidFill>
              <a:srgbClr val="2E4B7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19" name="矩形 4117">
            <a:extLst>
              <a:ext uri="{FF2B5EF4-FFF2-40B4-BE49-F238E27FC236}">
                <a16:creationId xmlns:a16="http://schemas.microsoft.com/office/drawing/2014/main" id="{DA2911FA-30FA-4E6B-BDA8-5C834FAD0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6145213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zh-CN" sz="10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2026</a:t>
            </a:r>
          </a:p>
        </p:txBody>
      </p:sp>
      <p:sp>
        <p:nvSpPr>
          <p:cNvPr id="4120" name="文本框 4118">
            <a:extLst>
              <a:ext uri="{FF2B5EF4-FFF2-40B4-BE49-F238E27FC236}">
                <a16:creationId xmlns:a16="http://schemas.microsoft.com/office/drawing/2014/main" id="{2A67DAA8-BAF1-44FC-BC52-968D4D1B4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5E36660B-AF71-4ABD-BC2D-FA4A16CDD8A5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1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5120">
            <a:extLst>
              <a:ext uri="{FF2B5EF4-FFF2-40B4-BE49-F238E27FC236}">
                <a16:creationId xmlns:a16="http://schemas.microsoft.com/office/drawing/2014/main" id="{9FC85DF9-73F8-47D2-93D0-CDC99FFCA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6147" name="矩形 5121">
            <a:extLst>
              <a:ext uri="{FF2B5EF4-FFF2-40B4-BE49-F238E27FC236}">
                <a16:creationId xmlns:a16="http://schemas.microsoft.com/office/drawing/2014/main" id="{568EDACA-6BC2-4E33-B278-44F61BF59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内容结构</a:t>
            </a:r>
          </a:p>
        </p:txBody>
      </p:sp>
      <p:sp>
        <p:nvSpPr>
          <p:cNvPr id="6148" name="直接连接符 5122">
            <a:extLst>
              <a:ext uri="{FF2B5EF4-FFF2-40B4-BE49-F238E27FC236}">
                <a16:creationId xmlns:a16="http://schemas.microsoft.com/office/drawing/2014/main" id="{D9E59804-6531-4EFE-A2DE-2E93CE2CE5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矩形 5123">
            <a:extLst>
              <a:ext uri="{FF2B5EF4-FFF2-40B4-BE49-F238E27FC236}">
                <a16:creationId xmlns:a16="http://schemas.microsoft.com/office/drawing/2014/main" id="{DC37EB44-7FF3-4697-B665-429E20639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6150" name="椭圆 5124">
            <a:extLst>
              <a:ext uri="{FF2B5EF4-FFF2-40B4-BE49-F238E27FC236}">
                <a16:creationId xmlns:a16="http://schemas.microsoft.com/office/drawing/2014/main" id="{9928D77B-B63D-4745-88D5-FFDD3D3C6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1554163"/>
            <a:ext cx="603250" cy="603250"/>
          </a:xfrm>
          <a:prstGeom prst="ellipse">
            <a:avLst/>
          </a:prstGeom>
          <a:solidFill>
            <a:srgbClr val="EAF1FF"/>
          </a:solidFill>
          <a:ln w="15120">
            <a:solidFill>
              <a:srgbClr val="2B6DEB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500" b="1">
                <a:solidFill>
                  <a:srgbClr val="2B6DEB"/>
                </a:solidFill>
                <a:latin typeface="Noto Sans CJK SC" charset="0"/>
                <a:ea typeface="宋体" panose="02010600030101010101" pitchFamily="2" charset="-122"/>
              </a:rPr>
              <a:t>01</a:t>
            </a:r>
          </a:p>
        </p:txBody>
      </p:sp>
      <p:sp>
        <p:nvSpPr>
          <p:cNvPr id="6151" name="矩形 5125">
            <a:extLst>
              <a:ext uri="{FF2B5EF4-FFF2-40B4-BE49-F238E27FC236}">
                <a16:creationId xmlns:a16="http://schemas.microsoft.com/office/drawing/2014/main" id="{8540E8FD-5E00-487E-8969-E104AFE9A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573213"/>
            <a:ext cx="2239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7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登录与界面</a:t>
            </a:r>
          </a:p>
        </p:txBody>
      </p:sp>
      <p:sp>
        <p:nvSpPr>
          <p:cNvPr id="6152" name="矩形 5126">
            <a:extLst>
              <a:ext uri="{FF2B5EF4-FFF2-40B4-BE49-F238E27FC236}">
                <a16:creationId xmlns:a16="http://schemas.microsoft.com/office/drawing/2014/main" id="{4E35D060-FE9B-4EFE-BA3B-F64694D2B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947863"/>
            <a:ext cx="2560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3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账号进入、工作区、焦点规则</a:t>
            </a:r>
          </a:p>
        </p:txBody>
      </p:sp>
      <p:sp>
        <p:nvSpPr>
          <p:cNvPr id="6153" name="椭圆 5127">
            <a:extLst>
              <a:ext uri="{FF2B5EF4-FFF2-40B4-BE49-F238E27FC236}">
                <a16:creationId xmlns:a16="http://schemas.microsoft.com/office/drawing/2014/main" id="{FCDDD59F-DA2E-4465-9C66-07822D8F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1554163"/>
            <a:ext cx="603250" cy="603250"/>
          </a:xfrm>
          <a:prstGeom prst="ellipse">
            <a:avLst/>
          </a:prstGeom>
          <a:solidFill>
            <a:srgbClr val="E6F8F8"/>
          </a:solidFill>
          <a:ln w="15120">
            <a:solidFill>
              <a:srgbClr val="00A6A6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5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02</a:t>
            </a:r>
          </a:p>
        </p:txBody>
      </p:sp>
      <p:sp>
        <p:nvSpPr>
          <p:cNvPr id="6154" name="矩形 5128">
            <a:extLst>
              <a:ext uri="{FF2B5EF4-FFF2-40B4-BE49-F238E27FC236}">
                <a16:creationId xmlns:a16="http://schemas.microsoft.com/office/drawing/2014/main" id="{567F57DF-1CF9-4466-B302-6D38EE50D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1573213"/>
            <a:ext cx="22399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7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工单处理</a:t>
            </a:r>
          </a:p>
        </p:txBody>
      </p:sp>
      <p:sp>
        <p:nvSpPr>
          <p:cNvPr id="6155" name="矩形 5129">
            <a:extLst>
              <a:ext uri="{FF2B5EF4-FFF2-40B4-BE49-F238E27FC236}">
                <a16:creationId xmlns:a16="http://schemas.microsoft.com/office/drawing/2014/main" id="{ADEEAAF0-2E08-4173-AA60-1D3588B2A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1947863"/>
            <a:ext cx="2560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3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填写、保存、线路选择、列表管理</a:t>
            </a:r>
          </a:p>
        </p:txBody>
      </p:sp>
      <p:sp>
        <p:nvSpPr>
          <p:cNvPr id="6156" name="椭圆 5130">
            <a:extLst>
              <a:ext uri="{FF2B5EF4-FFF2-40B4-BE49-F238E27FC236}">
                <a16:creationId xmlns:a16="http://schemas.microsoft.com/office/drawing/2014/main" id="{D4B2D80A-86AB-4348-941B-3B0503CCF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525" y="1554163"/>
            <a:ext cx="603250" cy="603250"/>
          </a:xfrm>
          <a:prstGeom prst="ellipse">
            <a:avLst/>
          </a:prstGeom>
          <a:solidFill>
            <a:srgbClr val="FFF4E2"/>
          </a:solidFill>
          <a:ln w="15120">
            <a:solidFill>
              <a:srgbClr val="F59E0B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500" b="1">
                <a:solidFill>
                  <a:srgbClr val="F59E0B"/>
                </a:solidFill>
                <a:latin typeface="Noto Sans CJK SC" charset="0"/>
                <a:ea typeface="宋体" panose="02010600030101010101" pitchFamily="2" charset="-122"/>
              </a:rPr>
              <a:t>03</a:t>
            </a:r>
          </a:p>
        </p:txBody>
      </p:sp>
      <p:sp>
        <p:nvSpPr>
          <p:cNvPr id="6157" name="矩形 5131">
            <a:extLst>
              <a:ext uri="{FF2B5EF4-FFF2-40B4-BE49-F238E27FC236}">
                <a16:creationId xmlns:a16="http://schemas.microsoft.com/office/drawing/2014/main" id="{6A5C378C-93AA-4F96-9E55-BE066AF51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1573213"/>
            <a:ext cx="22399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7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接续操作</a:t>
            </a:r>
          </a:p>
        </p:txBody>
      </p:sp>
      <p:sp>
        <p:nvSpPr>
          <p:cNvPr id="6158" name="矩形 5132">
            <a:extLst>
              <a:ext uri="{FF2B5EF4-FFF2-40B4-BE49-F238E27FC236}">
                <a16:creationId xmlns:a16="http://schemas.microsoft.com/office/drawing/2014/main" id="{0D197E6D-A8B5-4F0F-80A9-03D4DEEC0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1947863"/>
            <a:ext cx="2560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3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接入、呼出、转接、合并与拆分</a:t>
            </a:r>
          </a:p>
        </p:txBody>
      </p:sp>
      <p:sp>
        <p:nvSpPr>
          <p:cNvPr id="6159" name="椭圆 5133">
            <a:extLst>
              <a:ext uri="{FF2B5EF4-FFF2-40B4-BE49-F238E27FC236}">
                <a16:creationId xmlns:a16="http://schemas.microsoft.com/office/drawing/2014/main" id="{83C5D948-6296-476A-BD0B-D5A5A275D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3548063"/>
            <a:ext cx="603250" cy="603250"/>
          </a:xfrm>
          <a:prstGeom prst="ellipse">
            <a:avLst/>
          </a:prstGeom>
          <a:solidFill>
            <a:srgbClr val="EAF7F0"/>
          </a:solidFill>
          <a:ln w="15120">
            <a:solidFill>
              <a:srgbClr val="35A779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500" b="1">
                <a:solidFill>
                  <a:srgbClr val="35A779"/>
                </a:solidFill>
                <a:latin typeface="Noto Sans CJK SC" charset="0"/>
                <a:ea typeface="宋体" panose="02010600030101010101" pitchFamily="2" charset="-122"/>
              </a:rPr>
              <a:t>04</a:t>
            </a:r>
          </a:p>
        </p:txBody>
      </p:sp>
      <p:sp>
        <p:nvSpPr>
          <p:cNvPr id="6160" name="矩形 5134">
            <a:extLst>
              <a:ext uri="{FF2B5EF4-FFF2-40B4-BE49-F238E27FC236}">
                <a16:creationId xmlns:a16="http://schemas.microsoft.com/office/drawing/2014/main" id="{A3FB467F-2C65-4A36-A1F7-C0809C187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3565525"/>
            <a:ext cx="2239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7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检索查号</a:t>
            </a:r>
          </a:p>
        </p:txBody>
      </p:sp>
      <p:sp>
        <p:nvSpPr>
          <p:cNvPr id="6161" name="矩形 5135">
            <a:extLst>
              <a:ext uri="{FF2B5EF4-FFF2-40B4-BE49-F238E27FC236}">
                <a16:creationId xmlns:a16="http://schemas.microsoft.com/office/drawing/2014/main" id="{9C2E6E93-E271-4BF7-95EE-3E230FEE3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3940175"/>
            <a:ext cx="2560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3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按姓名、单位、号码快速定位</a:t>
            </a:r>
          </a:p>
        </p:txBody>
      </p:sp>
      <p:sp>
        <p:nvSpPr>
          <p:cNvPr id="6162" name="椭圆 5136">
            <a:extLst>
              <a:ext uri="{FF2B5EF4-FFF2-40B4-BE49-F238E27FC236}">
                <a16:creationId xmlns:a16="http://schemas.microsoft.com/office/drawing/2014/main" id="{8F8134F7-CB27-461B-A647-D4389C709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3548063"/>
            <a:ext cx="603250" cy="603250"/>
          </a:xfrm>
          <a:prstGeom prst="ellipse">
            <a:avLst/>
          </a:prstGeom>
          <a:solidFill>
            <a:srgbClr val="EAF1FF"/>
          </a:solidFill>
          <a:ln w="15120">
            <a:solidFill>
              <a:srgbClr val="2B6DEB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500" b="1">
                <a:solidFill>
                  <a:srgbClr val="2B6DEB"/>
                </a:solidFill>
                <a:latin typeface="Noto Sans CJK SC" charset="0"/>
                <a:ea typeface="宋体" panose="02010600030101010101" pitchFamily="2" charset="-122"/>
              </a:rPr>
              <a:t>05</a:t>
            </a:r>
          </a:p>
        </p:txBody>
      </p:sp>
      <p:sp>
        <p:nvSpPr>
          <p:cNvPr id="6163" name="矩形 5137">
            <a:extLst>
              <a:ext uri="{FF2B5EF4-FFF2-40B4-BE49-F238E27FC236}">
                <a16:creationId xmlns:a16="http://schemas.microsoft.com/office/drawing/2014/main" id="{EBDF0FD7-6C91-4766-B68D-261E2D7DE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3565525"/>
            <a:ext cx="22399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7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会议协作</a:t>
            </a:r>
          </a:p>
        </p:txBody>
      </p:sp>
      <p:sp>
        <p:nvSpPr>
          <p:cNvPr id="6164" name="矩形 5138">
            <a:extLst>
              <a:ext uri="{FF2B5EF4-FFF2-40B4-BE49-F238E27FC236}">
                <a16:creationId xmlns:a16="http://schemas.microsoft.com/office/drawing/2014/main" id="{2F7F1612-537F-4B2B-BE1F-AB1A01619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3940175"/>
            <a:ext cx="2560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3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预约会议、即时会议、座席互联</a:t>
            </a:r>
          </a:p>
        </p:txBody>
      </p:sp>
      <p:sp>
        <p:nvSpPr>
          <p:cNvPr id="6165" name="椭圆 5139">
            <a:extLst>
              <a:ext uri="{FF2B5EF4-FFF2-40B4-BE49-F238E27FC236}">
                <a16:creationId xmlns:a16="http://schemas.microsoft.com/office/drawing/2014/main" id="{BAF12835-777D-4D5A-B678-D1B21E5AC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525" y="3548063"/>
            <a:ext cx="603250" cy="603250"/>
          </a:xfrm>
          <a:prstGeom prst="ellipse">
            <a:avLst/>
          </a:prstGeom>
          <a:solidFill>
            <a:srgbClr val="E6F8F8"/>
          </a:solidFill>
          <a:ln w="15120">
            <a:solidFill>
              <a:srgbClr val="00A6A6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5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06</a:t>
            </a:r>
          </a:p>
        </p:txBody>
      </p:sp>
      <p:sp>
        <p:nvSpPr>
          <p:cNvPr id="6166" name="矩形 5140">
            <a:extLst>
              <a:ext uri="{FF2B5EF4-FFF2-40B4-BE49-F238E27FC236}">
                <a16:creationId xmlns:a16="http://schemas.microsoft.com/office/drawing/2014/main" id="{D33A58FE-8336-4DA5-B496-10D49B87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3565525"/>
            <a:ext cx="2239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7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值守规范</a:t>
            </a:r>
          </a:p>
        </p:txBody>
      </p:sp>
      <p:sp>
        <p:nvSpPr>
          <p:cNvPr id="6167" name="矩形 5141">
            <a:extLst>
              <a:ext uri="{FF2B5EF4-FFF2-40B4-BE49-F238E27FC236}">
                <a16:creationId xmlns:a16="http://schemas.microsoft.com/office/drawing/2014/main" id="{FBBAF388-422D-492B-A876-2E1376315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3940175"/>
            <a:ext cx="2560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3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回呼预约、菜单入口、交接检查</a:t>
            </a:r>
          </a:p>
        </p:txBody>
      </p:sp>
      <p:sp>
        <p:nvSpPr>
          <p:cNvPr id="6168" name="直接连接符 5142">
            <a:extLst>
              <a:ext uri="{FF2B5EF4-FFF2-40B4-BE49-F238E27FC236}">
                <a16:creationId xmlns:a16="http://schemas.microsoft.com/office/drawing/2014/main" id="{B5C142EC-9760-45B3-88F5-6CA6EDA408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5834063"/>
            <a:ext cx="10423525" cy="1587"/>
          </a:xfrm>
          <a:prstGeom prst="line">
            <a:avLst/>
          </a:prstGeom>
          <a:noFill/>
          <a:ln w="12600">
            <a:solidFill>
              <a:srgbClr val="D5E1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69" name="文本框 5144">
            <a:extLst>
              <a:ext uri="{FF2B5EF4-FFF2-40B4-BE49-F238E27FC236}">
                <a16:creationId xmlns:a16="http://schemas.microsoft.com/office/drawing/2014/main" id="{7F0E25EF-8292-4926-B710-83BE9C85F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E6258380-1607-4435-8A21-7F4B037D529D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2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6144">
            <a:extLst>
              <a:ext uri="{FF2B5EF4-FFF2-40B4-BE49-F238E27FC236}">
                <a16:creationId xmlns:a16="http://schemas.microsoft.com/office/drawing/2014/main" id="{B36CDE3E-1711-448A-9B5E-CBEAAE71F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8195" name="矩形 6145">
            <a:extLst>
              <a:ext uri="{FF2B5EF4-FFF2-40B4-BE49-F238E27FC236}">
                <a16:creationId xmlns:a16="http://schemas.microsoft.com/office/drawing/2014/main" id="{EA6883D8-00E2-48AE-9A1C-FD698A7AB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系统总览：调度坐席的四层协作</a:t>
            </a:r>
          </a:p>
        </p:txBody>
      </p:sp>
      <p:sp>
        <p:nvSpPr>
          <p:cNvPr id="8196" name="直接连接符 6146">
            <a:extLst>
              <a:ext uri="{FF2B5EF4-FFF2-40B4-BE49-F238E27FC236}">
                <a16:creationId xmlns:a16="http://schemas.microsoft.com/office/drawing/2014/main" id="{E9FA5B55-8110-4634-AC9A-0721B1CD6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矩形 6147">
            <a:extLst>
              <a:ext uri="{FF2B5EF4-FFF2-40B4-BE49-F238E27FC236}">
                <a16:creationId xmlns:a16="http://schemas.microsoft.com/office/drawing/2014/main" id="{00166332-0537-4BA8-A07A-8C9375089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8198" name="直接连接符 6148">
            <a:extLst>
              <a:ext uri="{FF2B5EF4-FFF2-40B4-BE49-F238E27FC236}">
                <a16:creationId xmlns:a16="http://schemas.microsoft.com/office/drawing/2014/main" id="{17214ADF-B806-49C6-949B-BD9A0DC74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090863"/>
            <a:ext cx="1023938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直接连接符 6149">
            <a:extLst>
              <a:ext uri="{FF2B5EF4-FFF2-40B4-BE49-F238E27FC236}">
                <a16:creationId xmlns:a16="http://schemas.microsoft.com/office/drawing/2014/main" id="{692FD00A-EFB9-4492-905C-0D7F4D17DF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1763" y="3090863"/>
            <a:ext cx="1023937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直接连接符 6150">
            <a:extLst>
              <a:ext uri="{FF2B5EF4-FFF2-40B4-BE49-F238E27FC236}">
                <a16:creationId xmlns:a16="http://schemas.microsoft.com/office/drawing/2014/main" id="{D128966B-5474-4261-AD10-33139E5AA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0325" y="3090863"/>
            <a:ext cx="1023938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" name="圆角矩形 6151">
            <a:extLst>
              <a:ext uri="{FF2B5EF4-FFF2-40B4-BE49-F238E27FC236}">
                <a16:creationId xmlns:a16="http://schemas.microsoft.com/office/drawing/2014/main" id="{DBDED38B-8109-4F1B-9C7C-0F55538E6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487613"/>
            <a:ext cx="1919288" cy="1206500"/>
          </a:xfrm>
          <a:prstGeom prst="roundRect">
            <a:avLst>
              <a:gd name="adj" fmla="val 7574"/>
            </a:avLst>
          </a:prstGeom>
          <a:solidFill>
            <a:srgbClr val="EAF1FF"/>
          </a:solidFill>
          <a:ln w="15120">
            <a:solidFill>
              <a:srgbClr val="2B6DEB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来话接入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热线 </a:t>
            </a:r>
            <a:r>
              <a:rPr lang="en-US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专线 </a:t>
            </a:r>
            <a:r>
              <a:rPr lang="en-US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内线</a:t>
            </a:r>
          </a:p>
        </p:txBody>
      </p:sp>
      <p:sp>
        <p:nvSpPr>
          <p:cNvPr id="8202" name="圆角矩形 6152">
            <a:extLst>
              <a:ext uri="{FF2B5EF4-FFF2-40B4-BE49-F238E27FC236}">
                <a16:creationId xmlns:a16="http://schemas.microsoft.com/office/drawing/2014/main" id="{0D63C149-5E67-4CE6-82CD-D8E71EDA9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487613"/>
            <a:ext cx="1736725" cy="1206500"/>
          </a:xfrm>
          <a:prstGeom prst="roundRect">
            <a:avLst>
              <a:gd name="adj" fmla="val 7574"/>
            </a:avLst>
          </a:prstGeom>
          <a:solidFill>
            <a:srgbClr val="E6F8F8"/>
          </a:solidFill>
          <a:ln w="15120">
            <a:solidFill>
              <a:srgbClr val="00A6A6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坐席工作区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受理 </a:t>
            </a:r>
            <a:r>
              <a:rPr lang="en-US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查询 </a:t>
            </a:r>
            <a:r>
              <a:rPr lang="en-US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记录</a:t>
            </a:r>
          </a:p>
        </p:txBody>
      </p:sp>
      <p:sp>
        <p:nvSpPr>
          <p:cNvPr id="8203" name="圆角矩形 6153">
            <a:extLst>
              <a:ext uri="{FF2B5EF4-FFF2-40B4-BE49-F238E27FC236}">
                <a16:creationId xmlns:a16="http://schemas.microsoft.com/office/drawing/2014/main" id="{765B8DD6-D782-436F-95EE-1E1FF825E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3" y="2487613"/>
            <a:ext cx="1736725" cy="1206500"/>
          </a:xfrm>
          <a:prstGeom prst="roundRect">
            <a:avLst>
              <a:gd name="adj" fmla="val 7574"/>
            </a:avLst>
          </a:prstGeom>
          <a:solidFill>
            <a:srgbClr val="FFF4E2"/>
          </a:solidFill>
          <a:ln w="15120">
            <a:solidFill>
              <a:srgbClr val="F59E0B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路由与交换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呼出 </a:t>
            </a:r>
            <a:r>
              <a:rPr lang="en-US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转接 </a:t>
            </a:r>
            <a:r>
              <a:rPr lang="en-US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保持</a:t>
            </a:r>
          </a:p>
        </p:txBody>
      </p:sp>
      <p:sp>
        <p:nvSpPr>
          <p:cNvPr id="8204" name="圆角矩形 6154">
            <a:extLst>
              <a:ext uri="{FF2B5EF4-FFF2-40B4-BE49-F238E27FC236}">
                <a16:creationId xmlns:a16="http://schemas.microsoft.com/office/drawing/2014/main" id="{3CDCF62A-79A7-4E00-996D-02038FB80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0" y="2487613"/>
            <a:ext cx="1874838" cy="1206500"/>
          </a:xfrm>
          <a:prstGeom prst="roundRect">
            <a:avLst>
              <a:gd name="adj" fmla="val 7574"/>
            </a:avLst>
          </a:prstGeom>
          <a:solidFill>
            <a:srgbClr val="EAF7F0"/>
          </a:solidFill>
          <a:ln w="15120">
            <a:solidFill>
              <a:srgbClr val="35A779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协作与归档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会议 </a:t>
            </a:r>
            <a:r>
              <a:rPr lang="en-US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回呼 </a:t>
            </a:r>
            <a:r>
              <a:rPr lang="en-US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日志</a:t>
            </a:r>
          </a:p>
        </p:txBody>
      </p:sp>
      <p:sp>
        <p:nvSpPr>
          <p:cNvPr id="8205" name="直接连接符 6156">
            <a:extLst>
              <a:ext uri="{FF2B5EF4-FFF2-40B4-BE49-F238E27FC236}">
                <a16:creationId xmlns:a16="http://schemas.microsoft.com/office/drawing/2014/main" id="{08E1ECE3-B971-4029-ABE0-E177C3D75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968375" y="5148263"/>
            <a:ext cx="4781550" cy="1587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" name="直接连接符 6158">
            <a:extLst>
              <a:ext uri="{FF2B5EF4-FFF2-40B4-BE49-F238E27FC236}">
                <a16:creationId xmlns:a16="http://schemas.microsoft.com/office/drawing/2014/main" id="{4A95C40F-5693-407F-8CCE-B6784F92AE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5" y="5148263"/>
            <a:ext cx="4781550" cy="1587"/>
          </a:xfrm>
          <a:prstGeom prst="line">
            <a:avLst/>
          </a:prstGeom>
          <a:noFill/>
          <a:ln w="25560">
            <a:solidFill>
              <a:srgbClr val="35A7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" name="文本框 6159">
            <a:extLst>
              <a:ext uri="{FF2B5EF4-FFF2-40B4-BE49-F238E27FC236}">
                <a16:creationId xmlns:a16="http://schemas.microsoft.com/office/drawing/2014/main" id="{FC09613F-C68B-43BB-AF34-9438AACBC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1946E1CE-DA5E-4AD0-82EA-1BB268FEECFA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3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7168">
            <a:extLst>
              <a:ext uri="{FF2B5EF4-FFF2-40B4-BE49-F238E27FC236}">
                <a16:creationId xmlns:a16="http://schemas.microsoft.com/office/drawing/2014/main" id="{ABAFF71B-7C66-478B-AC1A-505AF738C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10243" name="矩形 7169">
            <a:extLst>
              <a:ext uri="{FF2B5EF4-FFF2-40B4-BE49-F238E27FC236}">
                <a16:creationId xmlns:a16="http://schemas.microsoft.com/office/drawing/2014/main" id="{882CC461-7DAB-472C-A9F9-2BF12DDDF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登录：进入值守环境</a:t>
            </a:r>
          </a:p>
        </p:txBody>
      </p:sp>
      <p:sp>
        <p:nvSpPr>
          <p:cNvPr id="10244" name="直接连接符 7170">
            <a:extLst>
              <a:ext uri="{FF2B5EF4-FFF2-40B4-BE49-F238E27FC236}">
                <a16:creationId xmlns:a16="http://schemas.microsoft.com/office/drawing/2014/main" id="{4AEF5AB4-73AB-4B02-84B9-12B7493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" name="矩形 7171">
            <a:extLst>
              <a:ext uri="{FF2B5EF4-FFF2-40B4-BE49-F238E27FC236}">
                <a16:creationId xmlns:a16="http://schemas.microsoft.com/office/drawing/2014/main" id="{34BDB2C8-7C71-4D3D-9490-169B81743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10246" name="圆角矩形 7172">
            <a:extLst>
              <a:ext uri="{FF2B5EF4-FFF2-40B4-BE49-F238E27FC236}">
                <a16:creationId xmlns:a16="http://schemas.microsoft.com/office/drawing/2014/main" id="{8381448C-1E4B-46DA-80D1-8E4AC8A73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1554163"/>
            <a:ext cx="4205288" cy="4251325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7" name="矩形 7173">
            <a:extLst>
              <a:ext uri="{FF2B5EF4-FFF2-40B4-BE49-F238E27FC236}">
                <a16:creationId xmlns:a16="http://schemas.microsoft.com/office/drawing/2014/main" id="{64D91E35-498D-49B2-B369-BCCEB7B9A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901825"/>
            <a:ext cx="347503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20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坐席登录</a:t>
            </a:r>
          </a:p>
        </p:txBody>
      </p:sp>
      <p:sp>
        <p:nvSpPr>
          <p:cNvPr id="10248" name="矩形 7174">
            <a:extLst>
              <a:ext uri="{FF2B5EF4-FFF2-40B4-BE49-F238E27FC236}">
                <a16:creationId xmlns:a16="http://schemas.microsoft.com/office/drawing/2014/main" id="{88AFDE7F-240D-49B8-9A09-AEBAB10B2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2524125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2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坐席编号</a:t>
            </a:r>
          </a:p>
        </p:txBody>
      </p:sp>
      <p:sp>
        <p:nvSpPr>
          <p:cNvPr id="10249" name="圆角矩形 7175">
            <a:extLst>
              <a:ext uri="{FF2B5EF4-FFF2-40B4-BE49-F238E27FC236}">
                <a16:creationId xmlns:a16="http://schemas.microsoft.com/office/drawing/2014/main" id="{C1090C59-2536-4E87-B249-53EFF92D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2432050"/>
            <a:ext cx="2239963" cy="384175"/>
          </a:xfrm>
          <a:prstGeom prst="roundRect">
            <a:avLst>
              <a:gd name="adj" fmla="val 11903"/>
            </a:avLst>
          </a:prstGeom>
          <a:solidFill>
            <a:srgbClr val="F2F6FB"/>
          </a:solidFill>
          <a:ln w="1008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0" name="矩形 7176">
            <a:extLst>
              <a:ext uri="{FF2B5EF4-FFF2-40B4-BE49-F238E27FC236}">
                <a16:creationId xmlns:a16="http://schemas.microsoft.com/office/drawing/2014/main" id="{C74026A1-3910-4408-A25D-CEB7033DA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3181350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2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登录口令</a:t>
            </a:r>
          </a:p>
        </p:txBody>
      </p:sp>
      <p:sp>
        <p:nvSpPr>
          <p:cNvPr id="10251" name="圆角矩形 7177">
            <a:extLst>
              <a:ext uri="{FF2B5EF4-FFF2-40B4-BE49-F238E27FC236}">
                <a16:creationId xmlns:a16="http://schemas.microsoft.com/office/drawing/2014/main" id="{F605A95E-4B00-474E-B302-ACA35ACB4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090863"/>
            <a:ext cx="2239963" cy="384175"/>
          </a:xfrm>
          <a:prstGeom prst="roundRect">
            <a:avLst>
              <a:gd name="adj" fmla="val 11903"/>
            </a:avLst>
          </a:prstGeom>
          <a:solidFill>
            <a:srgbClr val="F2F6FB"/>
          </a:solidFill>
          <a:ln w="1008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2" name="矩形 7178">
            <a:extLst>
              <a:ext uri="{FF2B5EF4-FFF2-40B4-BE49-F238E27FC236}">
                <a16:creationId xmlns:a16="http://schemas.microsoft.com/office/drawing/2014/main" id="{7A9E788B-6CF4-4C6C-8A65-C009FAC77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3840163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2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班次</a:t>
            </a:r>
          </a:p>
        </p:txBody>
      </p:sp>
      <p:sp>
        <p:nvSpPr>
          <p:cNvPr id="10253" name="圆角矩形 7179">
            <a:extLst>
              <a:ext uri="{FF2B5EF4-FFF2-40B4-BE49-F238E27FC236}">
                <a16:creationId xmlns:a16="http://schemas.microsoft.com/office/drawing/2014/main" id="{952B483E-30E2-4643-B95D-A70A32F70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3749675"/>
            <a:ext cx="2239963" cy="384175"/>
          </a:xfrm>
          <a:prstGeom prst="roundRect">
            <a:avLst>
              <a:gd name="adj" fmla="val 11903"/>
            </a:avLst>
          </a:prstGeom>
          <a:solidFill>
            <a:srgbClr val="F2F6FB"/>
          </a:solidFill>
          <a:ln w="1008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54" name="圆角矩形 7180">
            <a:extLst>
              <a:ext uri="{FF2B5EF4-FFF2-40B4-BE49-F238E27FC236}">
                <a16:creationId xmlns:a16="http://schemas.microsoft.com/office/drawing/2014/main" id="{7EE6CAE8-5004-429F-9DD5-15D23E507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1138" y="4883150"/>
            <a:ext cx="2906712" cy="438150"/>
          </a:xfrm>
          <a:prstGeom prst="roundRect">
            <a:avLst>
              <a:gd name="adj" fmla="val 16667"/>
            </a:avLst>
          </a:prstGeom>
          <a:solidFill>
            <a:srgbClr val="2B6DEB"/>
          </a:solidFill>
          <a:ln w="9525">
            <a:solidFill>
              <a:srgbClr val="2B6DEB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进入工作区</a:t>
            </a:r>
          </a:p>
        </p:txBody>
      </p:sp>
      <p:sp>
        <p:nvSpPr>
          <p:cNvPr id="10255" name="矩形 7181">
            <a:extLst>
              <a:ext uri="{FF2B5EF4-FFF2-40B4-BE49-F238E27FC236}">
                <a16:creationId xmlns:a16="http://schemas.microsoft.com/office/drawing/2014/main" id="{C75EDC3D-3F87-4A4E-85D7-36CBD8BCC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1692275"/>
            <a:ext cx="5119688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" tIns="1080" rIns="1080" bIns="108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zh-CN" sz="16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• 首次启用时先选择服务器组、语音设备与班组策略。</a:t>
            </a:r>
          </a:p>
          <a:p>
            <a:pPr hangingPunct="1">
              <a:lnSpc>
                <a:spcPct val="100000"/>
              </a:lnSpc>
            </a:pPr>
            <a:r>
              <a:rPr lang="en-US" altLang="zh-CN" sz="16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• 登录后自动载入上次窗口布局，减少值守准备时间。</a:t>
            </a:r>
          </a:p>
          <a:p>
            <a:pPr hangingPunct="1">
              <a:lnSpc>
                <a:spcPct val="100000"/>
              </a:lnSpc>
            </a:pPr>
            <a:r>
              <a:rPr lang="en-US" altLang="zh-CN" sz="16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• 权限按岗位分组，普通坐席与班长席看到的菜单不同。</a:t>
            </a:r>
          </a:p>
          <a:p>
            <a:pPr hangingPunct="1">
              <a:lnSpc>
                <a:spcPct val="100000"/>
              </a:lnSpc>
            </a:pPr>
            <a:r>
              <a:rPr lang="en-US" altLang="zh-CN" sz="16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• 异常退出再次进入时，系统提示恢复未完成工单。</a:t>
            </a:r>
          </a:p>
        </p:txBody>
      </p:sp>
      <p:sp>
        <p:nvSpPr>
          <p:cNvPr id="10256" name="圆角矩形 7182">
            <a:extLst>
              <a:ext uri="{FF2B5EF4-FFF2-40B4-BE49-F238E27FC236}">
                <a16:creationId xmlns:a16="http://schemas.microsoft.com/office/drawing/2014/main" id="{21A501DC-2F0A-4CE9-8D22-F9CB55A03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7075" y="4892675"/>
            <a:ext cx="5119688" cy="877888"/>
          </a:xfrm>
          <a:prstGeom prst="roundRect">
            <a:avLst>
              <a:gd name="adj" fmla="val 8329"/>
            </a:avLst>
          </a:prstGeom>
          <a:solidFill>
            <a:srgbClr val="EAF1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安全规则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口令由值班人员自行维护；跨班交接必须先注销当前坐席，再由下一班重新进入。</a:t>
            </a:r>
          </a:p>
        </p:txBody>
      </p:sp>
      <p:sp>
        <p:nvSpPr>
          <p:cNvPr id="10257" name="直接连接符 7183">
            <a:extLst>
              <a:ext uri="{FF2B5EF4-FFF2-40B4-BE49-F238E27FC236}">
                <a16:creationId xmlns:a16="http://schemas.microsoft.com/office/drawing/2014/main" id="{354E4C23-B281-4AC8-AB78-FBA9D781BD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7100" y="4149725"/>
            <a:ext cx="4827588" cy="1588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8" name="文本框 7184">
            <a:extLst>
              <a:ext uri="{FF2B5EF4-FFF2-40B4-BE49-F238E27FC236}">
                <a16:creationId xmlns:a16="http://schemas.microsoft.com/office/drawing/2014/main" id="{3D64A276-3615-4177-A1D0-B04FDC572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81A43898-43EA-43B6-93B9-AB7B60E8D150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4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8192">
            <a:extLst>
              <a:ext uri="{FF2B5EF4-FFF2-40B4-BE49-F238E27FC236}">
                <a16:creationId xmlns:a16="http://schemas.microsoft.com/office/drawing/2014/main" id="{072256EF-09BE-4B9B-9B42-DA23FE340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12291" name="矩形 8193">
            <a:extLst>
              <a:ext uri="{FF2B5EF4-FFF2-40B4-BE49-F238E27FC236}">
                <a16:creationId xmlns:a16="http://schemas.microsoft.com/office/drawing/2014/main" id="{E7ACE481-FF00-4FDF-9934-2B2CFC566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主界面：把高频操作放在同一屏</a:t>
            </a:r>
          </a:p>
        </p:txBody>
      </p:sp>
      <p:sp>
        <p:nvSpPr>
          <p:cNvPr id="12292" name="直接连接符 8194">
            <a:extLst>
              <a:ext uri="{FF2B5EF4-FFF2-40B4-BE49-F238E27FC236}">
                <a16:creationId xmlns:a16="http://schemas.microsoft.com/office/drawing/2014/main" id="{21E2C2D4-49AF-43BC-84FE-9E3B02E75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3" name="矩形 8195">
            <a:extLst>
              <a:ext uri="{FF2B5EF4-FFF2-40B4-BE49-F238E27FC236}">
                <a16:creationId xmlns:a16="http://schemas.microsoft.com/office/drawing/2014/main" id="{B36E4B18-5E62-484E-99B4-DDBD68A05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12294" name="圆角矩形 8196">
            <a:extLst>
              <a:ext uri="{FF2B5EF4-FFF2-40B4-BE49-F238E27FC236}">
                <a16:creationId xmlns:a16="http://schemas.microsoft.com/office/drawing/2014/main" id="{0741BC36-52B7-4FDD-ADB7-5B4DF4404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1444625"/>
            <a:ext cx="6583362" cy="4552950"/>
          </a:xfrm>
          <a:prstGeom prst="roundRect">
            <a:avLst>
              <a:gd name="adj" fmla="val 1602"/>
            </a:avLst>
          </a:prstGeom>
          <a:solidFill>
            <a:srgbClr val="E9F0FA"/>
          </a:solidFill>
          <a:ln w="12600">
            <a:solidFill>
              <a:srgbClr val="B8C7D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95" name="矩形 8197">
            <a:extLst>
              <a:ext uri="{FF2B5EF4-FFF2-40B4-BE49-F238E27FC236}">
                <a16:creationId xmlns:a16="http://schemas.microsoft.com/office/drawing/2014/main" id="{D9C21328-68D8-4FFB-9033-F1C199976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1682750"/>
            <a:ext cx="6218238" cy="311150"/>
          </a:xfrm>
          <a:prstGeom prst="rect">
            <a:avLst/>
          </a:prstGeom>
          <a:solidFill>
            <a:srgbClr val="172A4A"/>
          </a:solidFill>
          <a:ln w="12600">
            <a:solidFill>
              <a:srgbClr val="172A4A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96" name="矩形 8198">
            <a:extLst>
              <a:ext uri="{FF2B5EF4-FFF2-40B4-BE49-F238E27FC236}">
                <a16:creationId xmlns:a16="http://schemas.microsoft.com/office/drawing/2014/main" id="{EEFF38F8-9114-49FC-A2AB-CD3535F3C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1736725"/>
            <a:ext cx="27432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标题栏 </a:t>
            </a:r>
            <a:r>
              <a:rPr lang="en-US" altLang="zh-CN" sz="800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· </a:t>
            </a:r>
            <a:r>
              <a:rPr lang="zh-CN" altLang="zh-CN" sz="800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菜单栏 </a:t>
            </a:r>
            <a:r>
              <a:rPr lang="en-US" altLang="zh-CN" sz="800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· </a:t>
            </a:r>
            <a:r>
              <a:rPr lang="zh-CN" altLang="zh-CN" sz="800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工具栏</a:t>
            </a:r>
          </a:p>
        </p:txBody>
      </p:sp>
      <p:sp>
        <p:nvSpPr>
          <p:cNvPr id="12297" name="矩形 8199">
            <a:extLst>
              <a:ext uri="{FF2B5EF4-FFF2-40B4-BE49-F238E27FC236}">
                <a16:creationId xmlns:a16="http://schemas.microsoft.com/office/drawing/2014/main" id="{B129970A-4493-4F8F-9BDA-901BF8226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076450"/>
            <a:ext cx="6218238" cy="45720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5E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298" name="矩形 8200">
            <a:extLst>
              <a:ext uri="{FF2B5EF4-FFF2-40B4-BE49-F238E27FC236}">
                <a16:creationId xmlns:a16="http://schemas.microsoft.com/office/drawing/2014/main" id="{3DEF57CC-569C-4567-AFD0-6131DB45C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85988"/>
            <a:ext cx="3840162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线路状态 </a:t>
            </a:r>
            <a:r>
              <a:rPr lang="en-US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工单暂存 </a:t>
            </a:r>
            <a:r>
              <a:rPr lang="en-US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接续暂存 </a:t>
            </a:r>
            <a:r>
              <a:rPr lang="en-US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共享队列</a:t>
            </a:r>
          </a:p>
        </p:txBody>
      </p:sp>
      <p:sp>
        <p:nvSpPr>
          <p:cNvPr id="12299" name="圆角矩形 8201">
            <a:extLst>
              <a:ext uri="{FF2B5EF4-FFF2-40B4-BE49-F238E27FC236}">
                <a16:creationId xmlns:a16="http://schemas.microsoft.com/office/drawing/2014/main" id="{FAB419E6-922B-45F9-B52E-50865CCE9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2724150"/>
            <a:ext cx="1389063" cy="749300"/>
          </a:xfrm>
          <a:prstGeom prst="roundRect">
            <a:avLst>
              <a:gd name="adj" fmla="val 4875"/>
            </a:avLst>
          </a:prstGeom>
          <a:solidFill>
            <a:srgbClr val="FFFFFF"/>
          </a:solidFill>
          <a:ln w="10080">
            <a:solidFill>
              <a:srgbClr val="C8D5E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0" name="矩形 8202">
            <a:extLst>
              <a:ext uri="{FF2B5EF4-FFF2-40B4-BE49-F238E27FC236}">
                <a16:creationId xmlns:a16="http://schemas.microsoft.com/office/drawing/2014/main" id="{D8963C52-9B0C-41AA-8CE0-9EF8E0B11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2835275"/>
            <a:ext cx="731837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2301" name="椭圆 8203">
            <a:extLst>
              <a:ext uri="{FF2B5EF4-FFF2-40B4-BE49-F238E27FC236}">
                <a16:creationId xmlns:a16="http://schemas.microsoft.com/office/drawing/2014/main" id="{2EE957D7-8D32-4676-A2EE-4C37F9F10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2835275"/>
            <a:ext cx="163512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2" name="圆角矩形 8204">
            <a:extLst>
              <a:ext uri="{FF2B5EF4-FFF2-40B4-BE49-F238E27FC236}">
                <a16:creationId xmlns:a16="http://schemas.microsoft.com/office/drawing/2014/main" id="{243020C5-EB64-4C9C-A95F-AC42A75E6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2724150"/>
            <a:ext cx="1389062" cy="749300"/>
          </a:xfrm>
          <a:prstGeom prst="roundRect">
            <a:avLst>
              <a:gd name="adj" fmla="val 4875"/>
            </a:avLst>
          </a:prstGeom>
          <a:solidFill>
            <a:srgbClr val="DFF6F7"/>
          </a:solidFill>
          <a:ln w="17640">
            <a:solidFill>
              <a:srgbClr val="00A6A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3" name="矩形 8205">
            <a:extLst>
              <a:ext uri="{FF2B5EF4-FFF2-40B4-BE49-F238E27FC236}">
                <a16:creationId xmlns:a16="http://schemas.microsoft.com/office/drawing/2014/main" id="{392BC2E4-CFD7-44C5-88A4-01A449486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2835275"/>
            <a:ext cx="731838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2304" name="椭圆 8206">
            <a:extLst>
              <a:ext uri="{FF2B5EF4-FFF2-40B4-BE49-F238E27FC236}">
                <a16:creationId xmlns:a16="http://schemas.microsoft.com/office/drawing/2014/main" id="{066672E3-6F57-4459-BAF7-50BC2D766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5" y="2835275"/>
            <a:ext cx="163513" cy="163513"/>
          </a:xfrm>
          <a:prstGeom prst="ellipse">
            <a:avLst/>
          </a:prstGeom>
          <a:solidFill>
            <a:srgbClr val="00A6A6"/>
          </a:solidFill>
          <a:ln w="12600">
            <a:solidFill>
              <a:srgbClr val="00A6A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5" name="圆角矩形 8207">
            <a:extLst>
              <a:ext uri="{FF2B5EF4-FFF2-40B4-BE49-F238E27FC236}">
                <a16:creationId xmlns:a16="http://schemas.microsoft.com/office/drawing/2014/main" id="{6064C56E-B8D8-4CD7-B633-5489EA829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2724150"/>
            <a:ext cx="1389062" cy="749300"/>
          </a:xfrm>
          <a:prstGeom prst="roundRect">
            <a:avLst>
              <a:gd name="adj" fmla="val 4875"/>
            </a:avLst>
          </a:prstGeom>
          <a:solidFill>
            <a:srgbClr val="FFFFFF"/>
          </a:solidFill>
          <a:ln w="10080">
            <a:solidFill>
              <a:srgbClr val="C8D5E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6" name="矩形 8208">
            <a:extLst>
              <a:ext uri="{FF2B5EF4-FFF2-40B4-BE49-F238E27FC236}">
                <a16:creationId xmlns:a16="http://schemas.microsoft.com/office/drawing/2014/main" id="{7D5EABD5-7B50-483B-8799-A6C1E3A2A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2835275"/>
            <a:ext cx="731838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2307" name="椭圆 8209">
            <a:extLst>
              <a:ext uri="{FF2B5EF4-FFF2-40B4-BE49-F238E27FC236}">
                <a16:creationId xmlns:a16="http://schemas.microsoft.com/office/drawing/2014/main" id="{CEF6F59C-DC72-49C3-AB55-BC9B041B2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2835275"/>
            <a:ext cx="163513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8" name="圆角矩形 8210">
            <a:extLst>
              <a:ext uri="{FF2B5EF4-FFF2-40B4-BE49-F238E27FC236}">
                <a16:creationId xmlns:a16="http://schemas.microsoft.com/office/drawing/2014/main" id="{C77788F4-94E5-4AEA-947D-00FE1B92F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2724150"/>
            <a:ext cx="1389063" cy="749300"/>
          </a:xfrm>
          <a:prstGeom prst="roundRect">
            <a:avLst>
              <a:gd name="adj" fmla="val 4875"/>
            </a:avLst>
          </a:prstGeom>
          <a:solidFill>
            <a:srgbClr val="FFFFFF"/>
          </a:solidFill>
          <a:ln w="10080">
            <a:solidFill>
              <a:srgbClr val="C8D5E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09" name="矩形 8211">
            <a:extLst>
              <a:ext uri="{FF2B5EF4-FFF2-40B4-BE49-F238E27FC236}">
                <a16:creationId xmlns:a16="http://schemas.microsoft.com/office/drawing/2014/main" id="{79E3ED89-A861-43C8-A5D2-35D330C88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2835275"/>
            <a:ext cx="731837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2310" name="椭圆 8212">
            <a:extLst>
              <a:ext uri="{FF2B5EF4-FFF2-40B4-BE49-F238E27FC236}">
                <a16:creationId xmlns:a16="http://schemas.microsoft.com/office/drawing/2014/main" id="{E0E26751-52D2-412C-A624-E242C0F28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3" y="2835275"/>
            <a:ext cx="163512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1" name="圆角矩形 8213">
            <a:extLst>
              <a:ext uri="{FF2B5EF4-FFF2-40B4-BE49-F238E27FC236}">
                <a16:creationId xmlns:a16="http://schemas.microsoft.com/office/drawing/2014/main" id="{8086EB77-F260-492A-9BC7-B79E1C3BE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3711575"/>
            <a:ext cx="1389063" cy="749300"/>
          </a:xfrm>
          <a:prstGeom prst="roundRect">
            <a:avLst>
              <a:gd name="adj" fmla="val 4875"/>
            </a:avLst>
          </a:prstGeom>
          <a:solidFill>
            <a:srgbClr val="FFFFFF"/>
          </a:solidFill>
          <a:ln w="10080">
            <a:solidFill>
              <a:srgbClr val="C8D5E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2" name="矩形 8214">
            <a:extLst>
              <a:ext uri="{FF2B5EF4-FFF2-40B4-BE49-F238E27FC236}">
                <a16:creationId xmlns:a16="http://schemas.microsoft.com/office/drawing/2014/main" id="{864584E0-48DE-4D25-895E-77A53C993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13" y="3822700"/>
            <a:ext cx="731837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2313" name="椭圆 8215">
            <a:extLst>
              <a:ext uri="{FF2B5EF4-FFF2-40B4-BE49-F238E27FC236}">
                <a16:creationId xmlns:a16="http://schemas.microsoft.com/office/drawing/2014/main" id="{4529A9FA-CE50-430D-8183-4F054214E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3822700"/>
            <a:ext cx="163512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4" name="圆角矩形 8216">
            <a:extLst>
              <a:ext uri="{FF2B5EF4-FFF2-40B4-BE49-F238E27FC236}">
                <a16:creationId xmlns:a16="http://schemas.microsoft.com/office/drawing/2014/main" id="{64F0DD2C-A8A4-487C-AC6B-A63032556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711575"/>
            <a:ext cx="1389062" cy="749300"/>
          </a:xfrm>
          <a:prstGeom prst="roundRect">
            <a:avLst>
              <a:gd name="adj" fmla="val 4875"/>
            </a:avLst>
          </a:prstGeom>
          <a:solidFill>
            <a:srgbClr val="FFFFFF"/>
          </a:solidFill>
          <a:ln w="10080">
            <a:solidFill>
              <a:srgbClr val="C8D5E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5" name="矩形 8217">
            <a:extLst>
              <a:ext uri="{FF2B5EF4-FFF2-40B4-BE49-F238E27FC236}">
                <a16:creationId xmlns:a16="http://schemas.microsoft.com/office/drawing/2014/main" id="{9FC718A5-6E3F-45EF-A2D1-8D3AEA85D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3822700"/>
            <a:ext cx="731838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2316" name="椭圆 8218">
            <a:extLst>
              <a:ext uri="{FF2B5EF4-FFF2-40B4-BE49-F238E27FC236}">
                <a16:creationId xmlns:a16="http://schemas.microsoft.com/office/drawing/2014/main" id="{70F192CD-DF3C-4F96-9EE0-DFE71A124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5" y="3822700"/>
            <a:ext cx="163513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7" name="圆角矩形 8219">
            <a:extLst>
              <a:ext uri="{FF2B5EF4-FFF2-40B4-BE49-F238E27FC236}">
                <a16:creationId xmlns:a16="http://schemas.microsoft.com/office/drawing/2014/main" id="{4987C69F-B037-4765-85F5-15E17F15B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3711575"/>
            <a:ext cx="1389062" cy="749300"/>
          </a:xfrm>
          <a:prstGeom prst="roundRect">
            <a:avLst>
              <a:gd name="adj" fmla="val 4875"/>
            </a:avLst>
          </a:prstGeom>
          <a:solidFill>
            <a:srgbClr val="FFFFFF"/>
          </a:solidFill>
          <a:ln w="10080">
            <a:solidFill>
              <a:srgbClr val="C8D5E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18" name="矩形 8220">
            <a:extLst>
              <a:ext uri="{FF2B5EF4-FFF2-40B4-BE49-F238E27FC236}">
                <a16:creationId xmlns:a16="http://schemas.microsoft.com/office/drawing/2014/main" id="{2827D5AD-1D61-4C0C-B61E-651241E70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3822700"/>
            <a:ext cx="731838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2319" name="椭圆 8221">
            <a:extLst>
              <a:ext uri="{FF2B5EF4-FFF2-40B4-BE49-F238E27FC236}">
                <a16:creationId xmlns:a16="http://schemas.microsoft.com/office/drawing/2014/main" id="{35F51E63-B162-4B47-ACEE-B6B153CCA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3822700"/>
            <a:ext cx="163513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20" name="圆角矩形 8222">
            <a:extLst>
              <a:ext uri="{FF2B5EF4-FFF2-40B4-BE49-F238E27FC236}">
                <a16:creationId xmlns:a16="http://schemas.microsoft.com/office/drawing/2014/main" id="{0E77AC0D-8C42-4C1D-8CF0-43126B5E4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3711575"/>
            <a:ext cx="1389063" cy="749300"/>
          </a:xfrm>
          <a:prstGeom prst="roundRect">
            <a:avLst>
              <a:gd name="adj" fmla="val 4875"/>
            </a:avLst>
          </a:prstGeom>
          <a:solidFill>
            <a:srgbClr val="FFFFFF"/>
          </a:solidFill>
          <a:ln w="10080">
            <a:solidFill>
              <a:srgbClr val="C8D5E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21" name="矩形 8223">
            <a:extLst>
              <a:ext uri="{FF2B5EF4-FFF2-40B4-BE49-F238E27FC236}">
                <a16:creationId xmlns:a16="http://schemas.microsoft.com/office/drawing/2014/main" id="{5C2D8EAB-C02A-4A80-9B16-CCAAFD2FB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3822700"/>
            <a:ext cx="731837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2322" name="椭圆 8224">
            <a:extLst>
              <a:ext uri="{FF2B5EF4-FFF2-40B4-BE49-F238E27FC236}">
                <a16:creationId xmlns:a16="http://schemas.microsoft.com/office/drawing/2014/main" id="{6F8A0736-1891-4B4D-B3E8-7594236BE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3" y="3822700"/>
            <a:ext cx="163512" cy="163513"/>
          </a:xfrm>
          <a:prstGeom prst="ellipse">
            <a:avLst/>
          </a:prstGeom>
          <a:solidFill>
            <a:srgbClr val="CAD6E7"/>
          </a:solidFill>
          <a:ln w="12600">
            <a:solidFill>
              <a:srgbClr val="CAD6E7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23" name="矩形 8225">
            <a:extLst>
              <a:ext uri="{FF2B5EF4-FFF2-40B4-BE49-F238E27FC236}">
                <a16:creationId xmlns:a16="http://schemas.microsoft.com/office/drawing/2014/main" id="{810A3F88-F688-4500-BBFC-9376CD409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4892675"/>
            <a:ext cx="6218238" cy="712788"/>
          </a:xfrm>
          <a:prstGeom prst="rect">
            <a:avLst/>
          </a:prstGeom>
          <a:solidFill>
            <a:srgbClr val="FFFFFF"/>
          </a:solidFill>
          <a:ln w="12600">
            <a:solidFill>
              <a:srgbClr val="C8D5E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24" name="矩形 8226">
            <a:extLst>
              <a:ext uri="{FF2B5EF4-FFF2-40B4-BE49-F238E27FC236}">
                <a16:creationId xmlns:a16="http://schemas.microsoft.com/office/drawing/2014/main" id="{0F78A1EB-EEB4-4401-A393-09EFBFF25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5102225"/>
            <a:ext cx="2103437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白板 </a:t>
            </a:r>
            <a:r>
              <a:rPr lang="en-US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运行提示 </a:t>
            </a:r>
            <a:r>
              <a:rPr lang="en-US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8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状态栏</a:t>
            </a:r>
          </a:p>
        </p:txBody>
      </p:sp>
      <p:sp>
        <p:nvSpPr>
          <p:cNvPr id="12325" name="圆角矩形 8227">
            <a:extLst>
              <a:ext uri="{FF2B5EF4-FFF2-40B4-BE49-F238E27FC236}">
                <a16:creationId xmlns:a16="http://schemas.microsoft.com/office/drawing/2014/main" id="{689D4802-FA22-47A7-9E3A-E0F6FF8BB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2863" y="1508125"/>
            <a:ext cx="3565525" cy="968375"/>
          </a:xfrm>
          <a:prstGeom prst="roundRect">
            <a:avLst>
              <a:gd name="adj" fmla="val 7546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区域说明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界面由标题栏、菜单、工具区、任务暂存、接续窗口、白板、提示栏和状态栏组成。</a:t>
            </a:r>
          </a:p>
        </p:txBody>
      </p:sp>
      <p:sp>
        <p:nvSpPr>
          <p:cNvPr id="12326" name="直接连接符 8228">
            <a:extLst>
              <a:ext uri="{FF2B5EF4-FFF2-40B4-BE49-F238E27FC236}">
                <a16:creationId xmlns:a16="http://schemas.microsoft.com/office/drawing/2014/main" id="{6497B8D0-96C1-4E9C-AADE-ACF7DBC4D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8913" y="2798763"/>
            <a:ext cx="3273425" cy="1587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27" name="圆角矩形 8229">
            <a:extLst>
              <a:ext uri="{FF2B5EF4-FFF2-40B4-BE49-F238E27FC236}">
                <a16:creationId xmlns:a16="http://schemas.microsoft.com/office/drawing/2014/main" id="{FA6B73C9-34AE-4B0A-9669-7C8303274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0800" y="3068638"/>
            <a:ext cx="3565525" cy="968375"/>
          </a:xfrm>
          <a:prstGeom prst="roundRect">
            <a:avLst>
              <a:gd name="adj" fmla="val 7546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键盘习惯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数字键切换窗口；方向键承担呼出、插入通话、撤出等动作，适合高频值守。</a:t>
            </a:r>
          </a:p>
        </p:txBody>
      </p:sp>
      <p:sp>
        <p:nvSpPr>
          <p:cNvPr id="12328" name="直接连接符 8230">
            <a:extLst>
              <a:ext uri="{FF2B5EF4-FFF2-40B4-BE49-F238E27FC236}">
                <a16:creationId xmlns:a16="http://schemas.microsoft.com/office/drawing/2014/main" id="{7F61A41B-BD7C-4E0A-8F96-68BC696A0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8913" y="4329113"/>
            <a:ext cx="3273425" cy="1587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29" name="圆角矩形 8231">
            <a:extLst>
              <a:ext uri="{FF2B5EF4-FFF2-40B4-BE49-F238E27FC236}">
                <a16:creationId xmlns:a16="http://schemas.microsoft.com/office/drawing/2014/main" id="{C2AC7298-0287-44C8-85D0-5AD77A375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8" y="4643438"/>
            <a:ext cx="3565525" cy="968375"/>
          </a:xfrm>
          <a:prstGeom prst="roundRect">
            <a:avLst>
              <a:gd name="adj" fmla="val 7546"/>
            </a:avLst>
          </a:prstGeom>
          <a:solidFill>
            <a:srgbClr val="FFF4E2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注意事项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菜单被激活时，功能键可能指向菜单栏；需要先取消菜单焦点再继续接续。</a:t>
            </a:r>
          </a:p>
        </p:txBody>
      </p:sp>
      <p:sp>
        <p:nvSpPr>
          <p:cNvPr id="12330" name="直接连接符 8232">
            <a:extLst>
              <a:ext uri="{FF2B5EF4-FFF2-40B4-BE49-F238E27FC236}">
                <a16:creationId xmlns:a16="http://schemas.microsoft.com/office/drawing/2014/main" id="{2FAD3D69-A6A5-422D-A4E6-13690FE2A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8913" y="5949950"/>
            <a:ext cx="3273425" cy="1588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31" name="文本框 8233">
            <a:extLst>
              <a:ext uri="{FF2B5EF4-FFF2-40B4-BE49-F238E27FC236}">
                <a16:creationId xmlns:a16="http://schemas.microsoft.com/office/drawing/2014/main" id="{F35A7F7A-FCD3-4BCC-ABEE-3B0C0AE53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50845695-06C9-4947-824C-A2376840A5AC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5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9216">
            <a:extLst>
              <a:ext uri="{FF2B5EF4-FFF2-40B4-BE49-F238E27FC236}">
                <a16:creationId xmlns:a16="http://schemas.microsoft.com/office/drawing/2014/main" id="{813D1FA8-BE71-44B6-9D66-996E8A7F5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14339" name="矩形 9217">
            <a:extLst>
              <a:ext uri="{FF2B5EF4-FFF2-40B4-BE49-F238E27FC236}">
                <a16:creationId xmlns:a16="http://schemas.microsoft.com/office/drawing/2014/main" id="{B3D99AC0-38D7-47F1-8716-71F659F9D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焦点规则：先确认“操作”，再确认“语音”</a:t>
            </a:r>
          </a:p>
        </p:txBody>
      </p:sp>
      <p:sp>
        <p:nvSpPr>
          <p:cNvPr id="14340" name="直接连接符 9218">
            <a:extLst>
              <a:ext uri="{FF2B5EF4-FFF2-40B4-BE49-F238E27FC236}">
                <a16:creationId xmlns:a16="http://schemas.microsoft.com/office/drawing/2014/main" id="{9AC5DB43-129D-46DC-9D82-40F1D1BA2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矩形 9219">
            <a:extLst>
              <a:ext uri="{FF2B5EF4-FFF2-40B4-BE49-F238E27FC236}">
                <a16:creationId xmlns:a16="http://schemas.microsoft.com/office/drawing/2014/main" id="{9FAA5394-49C0-4E35-8542-0AA9E603C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14342" name="直接连接符 9220">
            <a:extLst>
              <a:ext uri="{FF2B5EF4-FFF2-40B4-BE49-F238E27FC236}">
                <a16:creationId xmlns:a16="http://schemas.microsoft.com/office/drawing/2014/main" id="{5922B4AF-2BC5-46E1-B5AA-1596F9A03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9238" y="2789238"/>
            <a:ext cx="1160462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3" name="直接连接符 9221">
            <a:extLst>
              <a:ext uri="{FF2B5EF4-FFF2-40B4-BE49-F238E27FC236}">
                <a16:creationId xmlns:a16="http://schemas.microsoft.com/office/drawing/2014/main" id="{EDB98AA2-609F-43AE-850A-1315C67B0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789238"/>
            <a:ext cx="1050925" cy="1587"/>
          </a:xfrm>
          <a:prstGeom prst="line">
            <a:avLst/>
          </a:prstGeom>
          <a:noFill/>
          <a:ln w="20160">
            <a:solidFill>
              <a:srgbClr val="F59E0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4" name="圆角矩形 9222">
            <a:extLst>
              <a:ext uri="{FF2B5EF4-FFF2-40B4-BE49-F238E27FC236}">
                <a16:creationId xmlns:a16="http://schemas.microsoft.com/office/drawing/2014/main" id="{9FADD04C-5A08-40D3-88CA-542C9687E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2176463"/>
            <a:ext cx="1828800" cy="1206500"/>
          </a:xfrm>
          <a:prstGeom prst="roundRect">
            <a:avLst>
              <a:gd name="adj" fmla="val 7574"/>
            </a:avLst>
          </a:prstGeom>
          <a:solidFill>
            <a:srgbClr val="EAF1FF"/>
          </a:solidFill>
          <a:ln w="15120">
            <a:solidFill>
              <a:srgbClr val="2B6DEB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选择窗口</a:t>
            </a:r>
          </a:p>
          <a:p>
            <a:pPr algn="ctr" hangingPunct="1">
              <a:lnSpc>
                <a:spcPct val="100000"/>
              </a:lnSpc>
            </a:pPr>
            <a:r>
              <a:rPr lang="en-US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0 / 9 / 1–8</a:t>
            </a:r>
          </a:p>
        </p:txBody>
      </p:sp>
      <p:sp>
        <p:nvSpPr>
          <p:cNvPr id="14345" name="圆角矩形 9223">
            <a:extLst>
              <a:ext uri="{FF2B5EF4-FFF2-40B4-BE49-F238E27FC236}">
                <a16:creationId xmlns:a16="http://schemas.microsoft.com/office/drawing/2014/main" id="{9C51F4D5-F782-4A25-8DED-49E40FB47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213" y="2176463"/>
            <a:ext cx="2193925" cy="1206500"/>
          </a:xfrm>
          <a:prstGeom prst="roundRect">
            <a:avLst>
              <a:gd name="adj" fmla="val 7574"/>
            </a:avLst>
          </a:prstGeom>
          <a:solidFill>
            <a:srgbClr val="E6F8F8"/>
          </a:solidFill>
          <a:ln w="15120">
            <a:solidFill>
              <a:srgbClr val="00A6A6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操作焦点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键盘动作生效</a:t>
            </a:r>
          </a:p>
        </p:txBody>
      </p:sp>
      <p:sp>
        <p:nvSpPr>
          <p:cNvPr id="14346" name="圆角矩形 9224">
            <a:extLst>
              <a:ext uri="{FF2B5EF4-FFF2-40B4-BE49-F238E27FC236}">
                <a16:creationId xmlns:a16="http://schemas.microsoft.com/office/drawing/2014/main" id="{BB269730-F529-4946-88FE-9D2B92F6B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225" y="2176463"/>
            <a:ext cx="2193925" cy="1206500"/>
          </a:xfrm>
          <a:prstGeom prst="roundRect">
            <a:avLst>
              <a:gd name="adj" fmla="val 7574"/>
            </a:avLst>
          </a:prstGeom>
          <a:solidFill>
            <a:srgbClr val="FFF4E2"/>
          </a:solidFill>
          <a:ln w="15120">
            <a:solidFill>
              <a:srgbClr val="F59E0B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语音焦点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通话声音生效</a:t>
            </a:r>
          </a:p>
        </p:txBody>
      </p:sp>
      <p:sp>
        <p:nvSpPr>
          <p:cNvPr id="14347" name="直接连接符 9225">
            <a:extLst>
              <a:ext uri="{FF2B5EF4-FFF2-40B4-BE49-F238E27FC236}">
                <a16:creationId xmlns:a16="http://schemas.microsoft.com/office/drawing/2014/main" id="{14422B5D-B65F-4430-940D-BCC1A3869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6175" y="3767138"/>
            <a:ext cx="1588" cy="777875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8" name="直接连接符 9226">
            <a:extLst>
              <a:ext uri="{FF2B5EF4-FFF2-40B4-BE49-F238E27FC236}">
                <a16:creationId xmlns:a16="http://schemas.microsoft.com/office/drawing/2014/main" id="{6CF53130-2202-4ED5-BED3-71438B58E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5188" y="3767138"/>
            <a:ext cx="1587" cy="777875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9" name="矩形 9227">
            <a:extLst>
              <a:ext uri="{FF2B5EF4-FFF2-40B4-BE49-F238E27FC236}">
                <a16:creationId xmlns:a16="http://schemas.microsoft.com/office/drawing/2014/main" id="{FA23132E-EDE8-4AE8-9B2A-9730D599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664075"/>
            <a:ext cx="2925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窗口边框高亮，表示当前键盘命令会作用于此处。</a:t>
            </a:r>
          </a:p>
        </p:txBody>
      </p:sp>
      <p:sp>
        <p:nvSpPr>
          <p:cNvPr id="14350" name="矩形 9228">
            <a:extLst>
              <a:ext uri="{FF2B5EF4-FFF2-40B4-BE49-F238E27FC236}">
                <a16:creationId xmlns:a16="http://schemas.microsoft.com/office/drawing/2014/main" id="{AB5CAEE7-D4AB-4CD2-A428-4DE5F9879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563" y="4664075"/>
            <a:ext cx="2925762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头像状态高亮，表示坐席声音已接入该窗口。</a:t>
            </a:r>
          </a:p>
        </p:txBody>
      </p:sp>
      <p:sp>
        <p:nvSpPr>
          <p:cNvPr id="14351" name="圆角矩形 9229">
            <a:extLst>
              <a:ext uri="{FF2B5EF4-FFF2-40B4-BE49-F238E27FC236}">
                <a16:creationId xmlns:a16="http://schemas.microsoft.com/office/drawing/2014/main" id="{D6FC68B6-D2A4-4C91-8383-EC51CD5E5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505450"/>
            <a:ext cx="9920288" cy="712788"/>
          </a:xfrm>
          <a:prstGeom prst="roundRect">
            <a:avLst>
              <a:gd name="adj" fmla="val 10255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快捷规则</a:t>
            </a:r>
          </a:p>
          <a:p>
            <a:pPr hangingPunct="1">
              <a:lnSpc>
                <a:spcPct val="100000"/>
              </a:lnSpc>
            </a:pPr>
            <a:r>
              <a:rPr lang="en-US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Home </a:t>
            </a: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获取语音焦点；</a:t>
            </a:r>
            <a:r>
              <a:rPr lang="en-US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Esc </a:t>
            </a: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或再次按 </a:t>
            </a:r>
            <a:r>
              <a:rPr lang="en-US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Alt </a:t>
            </a: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可退出菜单选择；接续前必须同时拥有通路和语音焦点。</a:t>
            </a:r>
          </a:p>
        </p:txBody>
      </p:sp>
      <p:sp>
        <p:nvSpPr>
          <p:cNvPr id="14352" name="直接连接符 9230">
            <a:extLst>
              <a:ext uri="{FF2B5EF4-FFF2-40B4-BE49-F238E27FC236}">
                <a16:creationId xmlns:a16="http://schemas.microsoft.com/office/drawing/2014/main" id="{B2D709FD-A5E6-43C4-9C09-8198AD157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0138" y="5229225"/>
            <a:ext cx="9628187" cy="1588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3" name="文本框 9231">
            <a:extLst>
              <a:ext uri="{FF2B5EF4-FFF2-40B4-BE49-F238E27FC236}">
                <a16:creationId xmlns:a16="http://schemas.microsoft.com/office/drawing/2014/main" id="{E332DBED-42B6-4C19-875A-4CD03A2ED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94F77B6-8C61-4D3F-9212-118C7A0142D3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6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10240">
            <a:extLst>
              <a:ext uri="{FF2B5EF4-FFF2-40B4-BE49-F238E27FC236}">
                <a16:creationId xmlns:a16="http://schemas.microsoft.com/office/drawing/2014/main" id="{1C8111A0-C61D-4172-A640-4D42545E6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16387" name="矩形 10241">
            <a:extLst>
              <a:ext uri="{FF2B5EF4-FFF2-40B4-BE49-F238E27FC236}">
                <a16:creationId xmlns:a16="http://schemas.microsoft.com/office/drawing/2014/main" id="{1AD62DC1-BCE8-4FD8-BC6E-AC32358C4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工单窗口：先记录，再执行呼叫动作</a:t>
            </a:r>
          </a:p>
        </p:txBody>
      </p:sp>
      <p:sp>
        <p:nvSpPr>
          <p:cNvPr id="16388" name="直接连接符 10242">
            <a:extLst>
              <a:ext uri="{FF2B5EF4-FFF2-40B4-BE49-F238E27FC236}">
                <a16:creationId xmlns:a16="http://schemas.microsoft.com/office/drawing/2014/main" id="{ED220EAE-E392-48B6-BB38-D5E62A6A8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" name="矩形 10243">
            <a:extLst>
              <a:ext uri="{FF2B5EF4-FFF2-40B4-BE49-F238E27FC236}">
                <a16:creationId xmlns:a16="http://schemas.microsoft.com/office/drawing/2014/main" id="{3C24102E-72CE-45FC-8554-DB39AE714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16390" name="圆角矩形 10244">
            <a:extLst>
              <a:ext uri="{FF2B5EF4-FFF2-40B4-BE49-F238E27FC236}">
                <a16:creationId xmlns:a16="http://schemas.microsoft.com/office/drawing/2014/main" id="{45D8F8A1-5108-4836-86B0-35D43CB76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1417638"/>
            <a:ext cx="4846638" cy="440690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91" name="矩形 10245">
            <a:extLst>
              <a:ext uri="{FF2B5EF4-FFF2-40B4-BE49-F238E27FC236}">
                <a16:creationId xmlns:a16="http://schemas.microsoft.com/office/drawing/2014/main" id="{586076D8-CEF3-4068-802D-06F7B80D6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1755775"/>
            <a:ext cx="2103437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0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新建工单</a:t>
            </a:r>
          </a:p>
        </p:txBody>
      </p:sp>
      <p:sp>
        <p:nvSpPr>
          <p:cNvPr id="16392" name="矩形 10246">
            <a:extLst>
              <a:ext uri="{FF2B5EF4-FFF2-40B4-BE49-F238E27FC236}">
                <a16:creationId xmlns:a16="http://schemas.microsoft.com/office/drawing/2014/main" id="{3F27135F-29D9-4EA3-9958-D21116E38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322513"/>
            <a:ext cx="914400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2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受理类型</a:t>
            </a:r>
          </a:p>
        </p:txBody>
      </p:sp>
      <p:sp>
        <p:nvSpPr>
          <p:cNvPr id="16393" name="圆角矩形 10247">
            <a:extLst>
              <a:ext uri="{FF2B5EF4-FFF2-40B4-BE49-F238E27FC236}">
                <a16:creationId xmlns:a16="http://schemas.microsoft.com/office/drawing/2014/main" id="{075915BA-2647-4796-85C4-16A2798CC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2232025"/>
            <a:ext cx="3154362" cy="347663"/>
          </a:xfrm>
          <a:prstGeom prst="roundRect">
            <a:avLst>
              <a:gd name="adj" fmla="val 10523"/>
            </a:avLst>
          </a:prstGeom>
          <a:solidFill>
            <a:srgbClr val="F5F8FC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94" name="矩形 10248">
            <a:extLst>
              <a:ext uri="{FF2B5EF4-FFF2-40B4-BE49-F238E27FC236}">
                <a16:creationId xmlns:a16="http://schemas.microsoft.com/office/drawing/2014/main" id="{0F7A2F57-5685-4344-A2F3-BDD7405EA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981325"/>
            <a:ext cx="914400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2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受话对象</a:t>
            </a:r>
          </a:p>
        </p:txBody>
      </p:sp>
      <p:sp>
        <p:nvSpPr>
          <p:cNvPr id="16395" name="圆角矩形 10249">
            <a:extLst>
              <a:ext uri="{FF2B5EF4-FFF2-40B4-BE49-F238E27FC236}">
                <a16:creationId xmlns:a16="http://schemas.microsoft.com/office/drawing/2014/main" id="{4CAEA9DA-B284-4390-A270-17C413AB9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2889250"/>
            <a:ext cx="3154362" cy="347663"/>
          </a:xfrm>
          <a:prstGeom prst="roundRect">
            <a:avLst>
              <a:gd name="adj" fmla="val 10523"/>
            </a:avLst>
          </a:prstGeom>
          <a:solidFill>
            <a:srgbClr val="F5F8FC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96" name="矩形 10250">
            <a:extLst>
              <a:ext uri="{FF2B5EF4-FFF2-40B4-BE49-F238E27FC236}">
                <a16:creationId xmlns:a16="http://schemas.microsoft.com/office/drawing/2014/main" id="{F7CCC634-2853-45D8-87FD-EA2C2D57F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638550"/>
            <a:ext cx="914400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2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联系号码</a:t>
            </a:r>
          </a:p>
        </p:txBody>
      </p:sp>
      <p:sp>
        <p:nvSpPr>
          <p:cNvPr id="16397" name="圆角矩形 10251">
            <a:extLst>
              <a:ext uri="{FF2B5EF4-FFF2-40B4-BE49-F238E27FC236}">
                <a16:creationId xmlns:a16="http://schemas.microsoft.com/office/drawing/2014/main" id="{2478C38B-F25F-4025-AAA2-FD7C57441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3548063"/>
            <a:ext cx="3154362" cy="347662"/>
          </a:xfrm>
          <a:prstGeom prst="roundRect">
            <a:avLst>
              <a:gd name="adj" fmla="val 10523"/>
            </a:avLst>
          </a:prstGeom>
          <a:solidFill>
            <a:srgbClr val="F5F8FC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98" name="矩形 10252">
            <a:extLst>
              <a:ext uri="{FF2B5EF4-FFF2-40B4-BE49-F238E27FC236}">
                <a16:creationId xmlns:a16="http://schemas.microsoft.com/office/drawing/2014/main" id="{F87CA70F-AA78-4E7C-B58D-6971B24A8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297363"/>
            <a:ext cx="914400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2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处理备注</a:t>
            </a:r>
          </a:p>
        </p:txBody>
      </p:sp>
      <p:sp>
        <p:nvSpPr>
          <p:cNvPr id="16399" name="圆角矩形 10253">
            <a:extLst>
              <a:ext uri="{FF2B5EF4-FFF2-40B4-BE49-F238E27FC236}">
                <a16:creationId xmlns:a16="http://schemas.microsoft.com/office/drawing/2014/main" id="{BC83925C-D57F-480E-AAD7-853C2658C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4206875"/>
            <a:ext cx="3154362" cy="639763"/>
          </a:xfrm>
          <a:prstGeom prst="roundRect">
            <a:avLst>
              <a:gd name="adj" fmla="val 5713"/>
            </a:avLst>
          </a:prstGeom>
          <a:solidFill>
            <a:srgbClr val="F5F8FC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400" name="圆角矩形 10254">
            <a:extLst>
              <a:ext uri="{FF2B5EF4-FFF2-40B4-BE49-F238E27FC236}">
                <a16:creationId xmlns:a16="http://schemas.microsoft.com/office/drawing/2014/main" id="{3CF11D52-74AA-4B0E-85E3-D8747143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5230813"/>
            <a:ext cx="2651125" cy="401637"/>
          </a:xfrm>
          <a:prstGeom prst="roundRect">
            <a:avLst>
              <a:gd name="adj" fmla="val 18181"/>
            </a:avLst>
          </a:prstGeom>
          <a:solidFill>
            <a:srgbClr val="00A6A6"/>
          </a:solidFill>
          <a:ln w="9525">
            <a:solidFill>
              <a:srgbClr val="00A6A6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保存到当前窗口</a:t>
            </a:r>
          </a:p>
        </p:txBody>
      </p:sp>
      <p:sp>
        <p:nvSpPr>
          <p:cNvPr id="16401" name="圆角矩形 10255">
            <a:extLst>
              <a:ext uri="{FF2B5EF4-FFF2-40B4-BE49-F238E27FC236}">
                <a16:creationId xmlns:a16="http://schemas.microsoft.com/office/drawing/2014/main" id="{6801569C-0CB7-48CC-BF5E-6FEA8AA5D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75" y="1536700"/>
            <a:ext cx="4525963" cy="914400"/>
          </a:xfrm>
          <a:prstGeom prst="roundRect">
            <a:avLst>
              <a:gd name="adj" fmla="val 8000"/>
            </a:avLst>
          </a:prstGeom>
          <a:solidFill>
            <a:srgbClr val="E6F8F8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自动补全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输入短号或关键字后，平台可从本地通讯录匹配人员、部门和常用号码。</a:t>
            </a:r>
          </a:p>
        </p:txBody>
      </p:sp>
      <p:sp>
        <p:nvSpPr>
          <p:cNvPr id="16402" name="直接连接符 10256">
            <a:extLst>
              <a:ext uri="{FF2B5EF4-FFF2-40B4-BE49-F238E27FC236}">
                <a16:creationId xmlns:a16="http://schemas.microsoft.com/office/drawing/2014/main" id="{AB8B0197-9594-47E8-8B11-0F188D388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5" y="2709863"/>
            <a:ext cx="4233863" cy="1587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3" name="圆角矩形 10257">
            <a:extLst>
              <a:ext uri="{FF2B5EF4-FFF2-40B4-BE49-F238E27FC236}">
                <a16:creationId xmlns:a16="http://schemas.microsoft.com/office/drawing/2014/main" id="{0991DCD5-6F43-42FA-9278-3B1A39ED1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6975" y="2922588"/>
            <a:ext cx="452596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保存逻辑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保存时工单进入当前接续窗口；后续呼出、转接、撤销都以该窗口为准。</a:t>
            </a:r>
          </a:p>
        </p:txBody>
      </p:sp>
      <p:sp>
        <p:nvSpPr>
          <p:cNvPr id="16404" name="直接连接符 10258">
            <a:extLst>
              <a:ext uri="{FF2B5EF4-FFF2-40B4-BE49-F238E27FC236}">
                <a16:creationId xmlns:a16="http://schemas.microsoft.com/office/drawing/2014/main" id="{C196140E-7841-4532-83ED-69B0DF6E2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5" y="4222750"/>
            <a:ext cx="4233863" cy="1588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5" name="圆角矩形 10259">
            <a:extLst>
              <a:ext uri="{FF2B5EF4-FFF2-40B4-BE49-F238E27FC236}">
                <a16:creationId xmlns:a16="http://schemas.microsoft.com/office/drawing/2014/main" id="{68F832F3-BF86-4E32-AD22-F13F15434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25" y="4592638"/>
            <a:ext cx="452596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手动选线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遇到外线或专线路由时，可打开线路选择面板，按优先级挑选可用通道。</a:t>
            </a:r>
          </a:p>
        </p:txBody>
      </p:sp>
      <p:sp>
        <p:nvSpPr>
          <p:cNvPr id="16406" name="直接连接符 10260">
            <a:extLst>
              <a:ext uri="{FF2B5EF4-FFF2-40B4-BE49-F238E27FC236}">
                <a16:creationId xmlns:a16="http://schemas.microsoft.com/office/drawing/2014/main" id="{BD171261-A5C5-496B-A115-8EFA8EAB18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5875" y="5824538"/>
            <a:ext cx="4233863" cy="1587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7" name="文本框 10261">
            <a:extLst>
              <a:ext uri="{FF2B5EF4-FFF2-40B4-BE49-F238E27FC236}">
                <a16:creationId xmlns:a16="http://schemas.microsoft.com/office/drawing/2014/main" id="{4233EB9F-BE7A-4AF7-A869-5EEDAA944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2B210B9F-70D7-45C0-A2BE-A607F499AA03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7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11264">
            <a:extLst>
              <a:ext uri="{FF2B5EF4-FFF2-40B4-BE49-F238E27FC236}">
                <a16:creationId xmlns:a16="http://schemas.microsoft.com/office/drawing/2014/main" id="{03FADF82-435A-4BE2-B8B0-0DE2DEDD2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18435" name="矩形 11265">
            <a:extLst>
              <a:ext uri="{FF2B5EF4-FFF2-40B4-BE49-F238E27FC236}">
                <a16:creationId xmlns:a16="http://schemas.microsoft.com/office/drawing/2014/main" id="{516CB3AF-2EFF-4276-9B82-3A4B61FDC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线路状态：用可视化面板降低误操作</a:t>
            </a:r>
          </a:p>
        </p:txBody>
      </p:sp>
      <p:sp>
        <p:nvSpPr>
          <p:cNvPr id="18436" name="直接连接符 11266">
            <a:extLst>
              <a:ext uri="{FF2B5EF4-FFF2-40B4-BE49-F238E27FC236}">
                <a16:creationId xmlns:a16="http://schemas.microsoft.com/office/drawing/2014/main" id="{7763F85E-8023-4F0E-9764-859AE70C3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7" name="矩形 11267">
            <a:extLst>
              <a:ext uri="{FF2B5EF4-FFF2-40B4-BE49-F238E27FC236}">
                <a16:creationId xmlns:a16="http://schemas.microsoft.com/office/drawing/2014/main" id="{4A684F84-298B-4014-B6A0-0BC1FF4B2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18438" name="圆角矩形 11268">
            <a:extLst>
              <a:ext uri="{FF2B5EF4-FFF2-40B4-BE49-F238E27FC236}">
                <a16:creationId xmlns:a16="http://schemas.microsoft.com/office/drawing/2014/main" id="{B8A8CB97-0F64-4CE4-9330-2B9FD7A30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1390650"/>
            <a:ext cx="5486400" cy="4479925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9" name="矩形 11269">
            <a:extLst>
              <a:ext uri="{FF2B5EF4-FFF2-40B4-BE49-F238E27FC236}">
                <a16:creationId xmlns:a16="http://schemas.microsoft.com/office/drawing/2014/main" id="{6E1F6A84-FE75-48AB-B8C8-5C9919CC1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1700213"/>
            <a:ext cx="25606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0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线路状态面板</a:t>
            </a:r>
          </a:p>
        </p:txBody>
      </p:sp>
      <p:sp>
        <p:nvSpPr>
          <p:cNvPr id="18440" name="圆角矩形 11270">
            <a:extLst>
              <a:ext uri="{FF2B5EF4-FFF2-40B4-BE49-F238E27FC236}">
                <a16:creationId xmlns:a16="http://schemas.microsoft.com/office/drawing/2014/main" id="{3428D991-0448-4894-8781-49415E39C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50" y="2176463"/>
            <a:ext cx="712788" cy="328612"/>
          </a:xfrm>
          <a:prstGeom prst="roundRect">
            <a:avLst>
              <a:gd name="adj" fmla="val 36106"/>
            </a:avLst>
          </a:prstGeom>
          <a:solidFill>
            <a:srgbClr val="FFFFFF">
              <a:alpha val="92999"/>
            </a:srgbClr>
          </a:solidFill>
          <a:ln w="12600">
            <a:solidFill>
              <a:srgbClr val="35A779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100" b="1">
                <a:solidFill>
                  <a:srgbClr val="35A779"/>
                </a:solidFill>
                <a:latin typeface="Noto Sans CJK SC" charset="0"/>
                <a:ea typeface="宋体" panose="02010600030101010101" pitchFamily="2" charset="-122"/>
              </a:rPr>
              <a:t>空闲</a:t>
            </a:r>
          </a:p>
        </p:txBody>
      </p:sp>
      <p:sp>
        <p:nvSpPr>
          <p:cNvPr id="18441" name="圆角矩形 11271">
            <a:extLst>
              <a:ext uri="{FF2B5EF4-FFF2-40B4-BE49-F238E27FC236}">
                <a16:creationId xmlns:a16="http://schemas.microsoft.com/office/drawing/2014/main" id="{172EBE06-207E-4D6A-A34A-A28D98FD7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363" y="2176463"/>
            <a:ext cx="712787" cy="328612"/>
          </a:xfrm>
          <a:prstGeom prst="roundRect">
            <a:avLst>
              <a:gd name="adj" fmla="val 36106"/>
            </a:avLst>
          </a:prstGeom>
          <a:solidFill>
            <a:srgbClr val="FFFFFF">
              <a:alpha val="92999"/>
            </a:srgbClr>
          </a:solidFill>
          <a:ln w="12600">
            <a:solidFill>
              <a:srgbClr val="F59E0B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100" b="1">
                <a:solidFill>
                  <a:srgbClr val="F59E0B"/>
                </a:solidFill>
                <a:latin typeface="Noto Sans CJK SC" charset="0"/>
                <a:ea typeface="宋体" panose="02010600030101010101" pitchFamily="2" charset="-122"/>
              </a:rPr>
              <a:t>振铃</a:t>
            </a:r>
          </a:p>
        </p:txBody>
      </p:sp>
      <p:sp>
        <p:nvSpPr>
          <p:cNvPr id="18442" name="圆角矩形 11272">
            <a:extLst>
              <a:ext uri="{FF2B5EF4-FFF2-40B4-BE49-F238E27FC236}">
                <a16:creationId xmlns:a16="http://schemas.microsoft.com/office/drawing/2014/main" id="{4DBE1CC8-18F8-4216-A99A-A48C0DA6F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275" y="2176463"/>
            <a:ext cx="712788" cy="328612"/>
          </a:xfrm>
          <a:prstGeom prst="roundRect">
            <a:avLst>
              <a:gd name="adj" fmla="val 36106"/>
            </a:avLst>
          </a:prstGeom>
          <a:solidFill>
            <a:srgbClr val="FFFFFF">
              <a:alpha val="92999"/>
            </a:srgbClr>
          </a:solidFill>
          <a:ln w="12600">
            <a:solidFill>
              <a:srgbClr val="2B6DEB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100" b="1">
                <a:solidFill>
                  <a:srgbClr val="2B6DEB"/>
                </a:solidFill>
                <a:latin typeface="Noto Sans CJK SC" charset="0"/>
                <a:ea typeface="宋体" panose="02010600030101010101" pitchFamily="2" charset="-122"/>
              </a:rPr>
              <a:t>通话</a:t>
            </a:r>
          </a:p>
        </p:txBody>
      </p:sp>
      <p:sp>
        <p:nvSpPr>
          <p:cNvPr id="18443" name="圆角矩形 11273">
            <a:extLst>
              <a:ext uri="{FF2B5EF4-FFF2-40B4-BE49-F238E27FC236}">
                <a16:creationId xmlns:a16="http://schemas.microsoft.com/office/drawing/2014/main" id="{D25A792D-B45D-4A17-9C13-4FD2E4F13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3188" y="2176463"/>
            <a:ext cx="712787" cy="328612"/>
          </a:xfrm>
          <a:prstGeom prst="roundRect">
            <a:avLst>
              <a:gd name="adj" fmla="val 36106"/>
            </a:avLst>
          </a:prstGeom>
          <a:solidFill>
            <a:srgbClr val="FFFFFF">
              <a:alpha val="92999"/>
            </a:srgbClr>
          </a:solidFill>
          <a:ln w="12600">
            <a:solidFill>
              <a:srgbClr val="00A6A6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1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保持</a:t>
            </a:r>
          </a:p>
        </p:txBody>
      </p:sp>
      <p:sp>
        <p:nvSpPr>
          <p:cNvPr id="18444" name="圆角矩形 11274">
            <a:extLst>
              <a:ext uri="{FF2B5EF4-FFF2-40B4-BE49-F238E27FC236}">
                <a16:creationId xmlns:a16="http://schemas.microsoft.com/office/drawing/2014/main" id="{AFCAF319-A3C1-45D8-9978-A1959483E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176463"/>
            <a:ext cx="712788" cy="328612"/>
          </a:xfrm>
          <a:prstGeom prst="roundRect">
            <a:avLst>
              <a:gd name="adj" fmla="val 36106"/>
            </a:avLst>
          </a:prstGeom>
          <a:solidFill>
            <a:srgbClr val="FFFFFF">
              <a:alpha val="92999"/>
            </a:srgbClr>
          </a:solidFill>
          <a:ln w="12600">
            <a:solidFill>
              <a:srgbClr val="8993A4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100" b="1">
                <a:solidFill>
                  <a:srgbClr val="8993A4"/>
                </a:solidFill>
                <a:latin typeface="Noto Sans CJK SC" charset="0"/>
                <a:ea typeface="宋体" panose="02010600030101010101" pitchFamily="2" charset="-122"/>
              </a:rPr>
              <a:t>维护</a:t>
            </a:r>
          </a:p>
        </p:txBody>
      </p:sp>
      <p:sp>
        <p:nvSpPr>
          <p:cNvPr id="18445" name="圆角矩形 11275">
            <a:extLst>
              <a:ext uri="{FF2B5EF4-FFF2-40B4-BE49-F238E27FC236}">
                <a16:creationId xmlns:a16="http://schemas.microsoft.com/office/drawing/2014/main" id="{2D16101C-505E-4B30-B53F-34C5773B7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2789238"/>
            <a:ext cx="658813" cy="328612"/>
          </a:xfrm>
          <a:prstGeom prst="roundRect">
            <a:avLst>
              <a:gd name="adj" fmla="val 11106"/>
            </a:avLst>
          </a:prstGeom>
          <a:solidFill>
            <a:srgbClr val="EAF7F0"/>
          </a:solidFill>
          <a:ln w="9000">
            <a:solidFill>
              <a:srgbClr val="35A779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46" name="矩形 11276">
            <a:extLst>
              <a:ext uri="{FF2B5EF4-FFF2-40B4-BE49-F238E27FC236}">
                <a16:creationId xmlns:a16="http://schemas.microsoft.com/office/drawing/2014/main" id="{45E64C09-3AA7-4004-970F-CFD866C4E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488" y="28797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L01</a:t>
            </a:r>
          </a:p>
        </p:txBody>
      </p:sp>
      <p:sp>
        <p:nvSpPr>
          <p:cNvPr id="18447" name="圆角矩形 11277">
            <a:extLst>
              <a:ext uri="{FF2B5EF4-FFF2-40B4-BE49-F238E27FC236}">
                <a16:creationId xmlns:a16="http://schemas.microsoft.com/office/drawing/2014/main" id="{80C50292-ADAE-4C96-8F66-B68B4730C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2789238"/>
            <a:ext cx="658813" cy="328612"/>
          </a:xfrm>
          <a:prstGeom prst="roundRect">
            <a:avLst>
              <a:gd name="adj" fmla="val 11106"/>
            </a:avLst>
          </a:prstGeom>
          <a:solidFill>
            <a:srgbClr val="FFF4E2"/>
          </a:solidFill>
          <a:ln w="9000">
            <a:solidFill>
              <a:srgbClr val="F59E0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48" name="矩形 11278">
            <a:extLst>
              <a:ext uri="{FF2B5EF4-FFF2-40B4-BE49-F238E27FC236}">
                <a16:creationId xmlns:a16="http://schemas.microsoft.com/office/drawing/2014/main" id="{16D750DB-03C8-433B-B73F-2C3EF3F5F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28797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L02</a:t>
            </a:r>
          </a:p>
        </p:txBody>
      </p:sp>
      <p:sp>
        <p:nvSpPr>
          <p:cNvPr id="18449" name="圆角矩形 11279">
            <a:extLst>
              <a:ext uri="{FF2B5EF4-FFF2-40B4-BE49-F238E27FC236}">
                <a16:creationId xmlns:a16="http://schemas.microsoft.com/office/drawing/2014/main" id="{C3E72C6A-3DF5-4924-BB47-05DA4BEBF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2789238"/>
            <a:ext cx="658813" cy="328612"/>
          </a:xfrm>
          <a:prstGeom prst="roundRect">
            <a:avLst>
              <a:gd name="adj" fmla="val 11106"/>
            </a:avLst>
          </a:prstGeom>
          <a:solidFill>
            <a:srgbClr val="EAF1FF"/>
          </a:solidFill>
          <a:ln w="9000">
            <a:solidFill>
              <a:srgbClr val="2B6DE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50" name="矩形 11280">
            <a:extLst>
              <a:ext uri="{FF2B5EF4-FFF2-40B4-BE49-F238E27FC236}">
                <a16:creationId xmlns:a16="http://schemas.microsoft.com/office/drawing/2014/main" id="{1D5FFB44-0E53-4F4B-B7B7-77D178F3F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8797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L03</a:t>
            </a:r>
          </a:p>
        </p:txBody>
      </p:sp>
      <p:sp>
        <p:nvSpPr>
          <p:cNvPr id="18451" name="圆角矩形 11281">
            <a:extLst>
              <a:ext uri="{FF2B5EF4-FFF2-40B4-BE49-F238E27FC236}">
                <a16:creationId xmlns:a16="http://schemas.microsoft.com/office/drawing/2014/main" id="{10D5BEBF-8EB6-41F6-84BE-5A65C3563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2789238"/>
            <a:ext cx="658812" cy="328612"/>
          </a:xfrm>
          <a:prstGeom prst="roundRect">
            <a:avLst>
              <a:gd name="adj" fmla="val 11106"/>
            </a:avLst>
          </a:prstGeom>
          <a:solidFill>
            <a:srgbClr val="E6F8F8"/>
          </a:solidFill>
          <a:ln w="9000">
            <a:solidFill>
              <a:srgbClr val="00A6A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52" name="矩形 11282">
            <a:extLst>
              <a:ext uri="{FF2B5EF4-FFF2-40B4-BE49-F238E27FC236}">
                <a16:creationId xmlns:a16="http://schemas.microsoft.com/office/drawing/2014/main" id="{8E66B5DA-D08E-42C5-BAF1-5778E2321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28797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L04</a:t>
            </a:r>
          </a:p>
        </p:txBody>
      </p:sp>
      <p:sp>
        <p:nvSpPr>
          <p:cNvPr id="18453" name="圆角矩形 11283">
            <a:extLst>
              <a:ext uri="{FF2B5EF4-FFF2-40B4-BE49-F238E27FC236}">
                <a16:creationId xmlns:a16="http://schemas.microsoft.com/office/drawing/2014/main" id="{29CC2E8C-24FA-4FB4-B276-8ACE4F41E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2789238"/>
            <a:ext cx="658813" cy="328612"/>
          </a:xfrm>
          <a:prstGeom prst="roundRect">
            <a:avLst>
              <a:gd name="adj" fmla="val 11106"/>
            </a:avLst>
          </a:prstGeom>
          <a:solidFill>
            <a:srgbClr val="F2F4F7"/>
          </a:solidFill>
          <a:ln w="9000">
            <a:solidFill>
              <a:srgbClr val="8993A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54" name="矩形 11284">
            <a:extLst>
              <a:ext uri="{FF2B5EF4-FFF2-40B4-BE49-F238E27FC236}">
                <a16:creationId xmlns:a16="http://schemas.microsoft.com/office/drawing/2014/main" id="{3025835A-6F69-44CE-8D23-E232FCA44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28797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L05</a:t>
            </a:r>
          </a:p>
        </p:txBody>
      </p:sp>
      <p:sp>
        <p:nvSpPr>
          <p:cNvPr id="18455" name="圆角矩形 11285">
            <a:extLst>
              <a:ext uri="{FF2B5EF4-FFF2-40B4-BE49-F238E27FC236}">
                <a16:creationId xmlns:a16="http://schemas.microsoft.com/office/drawing/2014/main" id="{647E4B69-EC21-4CFF-9710-236DFA952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3355975"/>
            <a:ext cx="658813" cy="328613"/>
          </a:xfrm>
          <a:prstGeom prst="roundRect">
            <a:avLst>
              <a:gd name="adj" fmla="val 11106"/>
            </a:avLst>
          </a:prstGeom>
          <a:solidFill>
            <a:srgbClr val="EAF7F0"/>
          </a:solidFill>
          <a:ln w="9000">
            <a:solidFill>
              <a:srgbClr val="35A779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56" name="矩形 11286">
            <a:extLst>
              <a:ext uri="{FF2B5EF4-FFF2-40B4-BE49-F238E27FC236}">
                <a16:creationId xmlns:a16="http://schemas.microsoft.com/office/drawing/2014/main" id="{BDDC8282-D9AF-4F6E-83A0-39344F19D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488" y="3448050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L06</a:t>
            </a:r>
          </a:p>
        </p:txBody>
      </p:sp>
      <p:sp>
        <p:nvSpPr>
          <p:cNvPr id="18457" name="圆角矩形 11287">
            <a:extLst>
              <a:ext uri="{FF2B5EF4-FFF2-40B4-BE49-F238E27FC236}">
                <a16:creationId xmlns:a16="http://schemas.microsoft.com/office/drawing/2014/main" id="{4D58B251-D4E7-478B-9B95-65B2FC4E7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3355975"/>
            <a:ext cx="658813" cy="328613"/>
          </a:xfrm>
          <a:prstGeom prst="roundRect">
            <a:avLst>
              <a:gd name="adj" fmla="val 11106"/>
            </a:avLst>
          </a:prstGeom>
          <a:solidFill>
            <a:srgbClr val="FFF4E2"/>
          </a:solidFill>
          <a:ln w="9000">
            <a:solidFill>
              <a:srgbClr val="F59E0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58" name="矩形 11288">
            <a:extLst>
              <a:ext uri="{FF2B5EF4-FFF2-40B4-BE49-F238E27FC236}">
                <a16:creationId xmlns:a16="http://schemas.microsoft.com/office/drawing/2014/main" id="{F2406376-A199-4C03-AE3C-E02D4C0C7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3448050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L07</a:t>
            </a:r>
          </a:p>
        </p:txBody>
      </p:sp>
      <p:sp>
        <p:nvSpPr>
          <p:cNvPr id="18459" name="圆角矩形 11289">
            <a:extLst>
              <a:ext uri="{FF2B5EF4-FFF2-40B4-BE49-F238E27FC236}">
                <a16:creationId xmlns:a16="http://schemas.microsoft.com/office/drawing/2014/main" id="{4349744B-B0F5-4FEB-9DBA-FFA9938B3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3355975"/>
            <a:ext cx="658813" cy="328613"/>
          </a:xfrm>
          <a:prstGeom prst="roundRect">
            <a:avLst>
              <a:gd name="adj" fmla="val 11106"/>
            </a:avLst>
          </a:prstGeom>
          <a:solidFill>
            <a:srgbClr val="EAF1FF"/>
          </a:solidFill>
          <a:ln w="9000">
            <a:solidFill>
              <a:srgbClr val="2B6DE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60" name="矩形 11290">
            <a:extLst>
              <a:ext uri="{FF2B5EF4-FFF2-40B4-BE49-F238E27FC236}">
                <a16:creationId xmlns:a16="http://schemas.microsoft.com/office/drawing/2014/main" id="{D23EF554-CDB9-4512-8906-74F07CB1C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448050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L08</a:t>
            </a:r>
          </a:p>
        </p:txBody>
      </p:sp>
      <p:sp>
        <p:nvSpPr>
          <p:cNvPr id="18461" name="圆角矩形 11291">
            <a:extLst>
              <a:ext uri="{FF2B5EF4-FFF2-40B4-BE49-F238E27FC236}">
                <a16:creationId xmlns:a16="http://schemas.microsoft.com/office/drawing/2014/main" id="{68596F28-128B-4BEF-84CE-20E4030DB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3355975"/>
            <a:ext cx="658812" cy="328613"/>
          </a:xfrm>
          <a:prstGeom prst="roundRect">
            <a:avLst>
              <a:gd name="adj" fmla="val 11106"/>
            </a:avLst>
          </a:prstGeom>
          <a:solidFill>
            <a:srgbClr val="E6F8F8"/>
          </a:solidFill>
          <a:ln w="9000">
            <a:solidFill>
              <a:srgbClr val="00A6A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62" name="矩形 11292">
            <a:extLst>
              <a:ext uri="{FF2B5EF4-FFF2-40B4-BE49-F238E27FC236}">
                <a16:creationId xmlns:a16="http://schemas.microsoft.com/office/drawing/2014/main" id="{05E3EAA3-799B-46CC-ADA6-4EBD10539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3448050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L09</a:t>
            </a:r>
          </a:p>
        </p:txBody>
      </p:sp>
      <p:sp>
        <p:nvSpPr>
          <p:cNvPr id="18463" name="圆角矩形 11293">
            <a:extLst>
              <a:ext uri="{FF2B5EF4-FFF2-40B4-BE49-F238E27FC236}">
                <a16:creationId xmlns:a16="http://schemas.microsoft.com/office/drawing/2014/main" id="{2DC623B9-50DF-4B6B-B8AE-708727657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3355975"/>
            <a:ext cx="658813" cy="328613"/>
          </a:xfrm>
          <a:prstGeom prst="roundRect">
            <a:avLst>
              <a:gd name="adj" fmla="val 11106"/>
            </a:avLst>
          </a:prstGeom>
          <a:solidFill>
            <a:srgbClr val="F2F4F7"/>
          </a:solidFill>
          <a:ln w="9000">
            <a:solidFill>
              <a:srgbClr val="8993A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64" name="矩形 11294">
            <a:extLst>
              <a:ext uri="{FF2B5EF4-FFF2-40B4-BE49-F238E27FC236}">
                <a16:creationId xmlns:a16="http://schemas.microsoft.com/office/drawing/2014/main" id="{14A2987A-BC83-4BAE-964D-580575220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3448050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L10</a:t>
            </a:r>
          </a:p>
        </p:txBody>
      </p:sp>
      <p:sp>
        <p:nvSpPr>
          <p:cNvPr id="18465" name="圆角矩形 11295">
            <a:extLst>
              <a:ext uri="{FF2B5EF4-FFF2-40B4-BE49-F238E27FC236}">
                <a16:creationId xmlns:a16="http://schemas.microsoft.com/office/drawing/2014/main" id="{F4EF8BC0-D09F-4708-A32D-6267383D0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3922713"/>
            <a:ext cx="658813" cy="328612"/>
          </a:xfrm>
          <a:prstGeom prst="roundRect">
            <a:avLst>
              <a:gd name="adj" fmla="val 11106"/>
            </a:avLst>
          </a:prstGeom>
          <a:solidFill>
            <a:srgbClr val="EAF7F0"/>
          </a:solidFill>
          <a:ln w="9000">
            <a:solidFill>
              <a:srgbClr val="35A779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66" name="矩形 11296">
            <a:extLst>
              <a:ext uri="{FF2B5EF4-FFF2-40B4-BE49-F238E27FC236}">
                <a16:creationId xmlns:a16="http://schemas.microsoft.com/office/drawing/2014/main" id="{19C9D5A2-8FC4-4CA8-B51C-5FB8459F8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488" y="4014788"/>
            <a:ext cx="384175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L11</a:t>
            </a:r>
          </a:p>
        </p:txBody>
      </p:sp>
      <p:sp>
        <p:nvSpPr>
          <p:cNvPr id="18467" name="圆角矩形 11297">
            <a:extLst>
              <a:ext uri="{FF2B5EF4-FFF2-40B4-BE49-F238E27FC236}">
                <a16:creationId xmlns:a16="http://schemas.microsoft.com/office/drawing/2014/main" id="{A77BEC10-18E7-4479-86C7-9190A479E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3922713"/>
            <a:ext cx="658813" cy="328612"/>
          </a:xfrm>
          <a:prstGeom prst="roundRect">
            <a:avLst>
              <a:gd name="adj" fmla="val 11106"/>
            </a:avLst>
          </a:prstGeom>
          <a:solidFill>
            <a:srgbClr val="FFF4E2"/>
          </a:solidFill>
          <a:ln w="9000">
            <a:solidFill>
              <a:srgbClr val="F59E0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68" name="矩形 11298">
            <a:extLst>
              <a:ext uri="{FF2B5EF4-FFF2-40B4-BE49-F238E27FC236}">
                <a16:creationId xmlns:a16="http://schemas.microsoft.com/office/drawing/2014/main" id="{9D757DFC-9616-4595-A3FB-4CB1B9679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4014788"/>
            <a:ext cx="384175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L12</a:t>
            </a:r>
          </a:p>
        </p:txBody>
      </p:sp>
      <p:sp>
        <p:nvSpPr>
          <p:cNvPr id="18469" name="圆角矩形 11299">
            <a:extLst>
              <a:ext uri="{FF2B5EF4-FFF2-40B4-BE49-F238E27FC236}">
                <a16:creationId xmlns:a16="http://schemas.microsoft.com/office/drawing/2014/main" id="{B4E8FB18-24FB-47C7-8106-16C80F4D3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3922713"/>
            <a:ext cx="658813" cy="328612"/>
          </a:xfrm>
          <a:prstGeom prst="roundRect">
            <a:avLst>
              <a:gd name="adj" fmla="val 11106"/>
            </a:avLst>
          </a:prstGeom>
          <a:solidFill>
            <a:srgbClr val="EAF1FF"/>
          </a:solidFill>
          <a:ln w="9000">
            <a:solidFill>
              <a:srgbClr val="2B6DE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0" name="矩形 11300">
            <a:extLst>
              <a:ext uri="{FF2B5EF4-FFF2-40B4-BE49-F238E27FC236}">
                <a16:creationId xmlns:a16="http://schemas.microsoft.com/office/drawing/2014/main" id="{3BE5E0C7-5F37-4252-A88C-0763791F7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014788"/>
            <a:ext cx="384175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L13</a:t>
            </a:r>
          </a:p>
        </p:txBody>
      </p:sp>
      <p:sp>
        <p:nvSpPr>
          <p:cNvPr id="18471" name="圆角矩形 11301">
            <a:extLst>
              <a:ext uri="{FF2B5EF4-FFF2-40B4-BE49-F238E27FC236}">
                <a16:creationId xmlns:a16="http://schemas.microsoft.com/office/drawing/2014/main" id="{A6FD6120-CE53-42B0-8910-EC552D090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3922713"/>
            <a:ext cx="658812" cy="328612"/>
          </a:xfrm>
          <a:prstGeom prst="roundRect">
            <a:avLst>
              <a:gd name="adj" fmla="val 11106"/>
            </a:avLst>
          </a:prstGeom>
          <a:solidFill>
            <a:srgbClr val="E6F8F8"/>
          </a:solidFill>
          <a:ln w="9000">
            <a:solidFill>
              <a:srgbClr val="00A6A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2" name="矩形 11302">
            <a:extLst>
              <a:ext uri="{FF2B5EF4-FFF2-40B4-BE49-F238E27FC236}">
                <a16:creationId xmlns:a16="http://schemas.microsoft.com/office/drawing/2014/main" id="{1CC45E5C-911D-41F4-A274-3A0DEAAE8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4014788"/>
            <a:ext cx="384175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L14</a:t>
            </a:r>
          </a:p>
        </p:txBody>
      </p:sp>
      <p:sp>
        <p:nvSpPr>
          <p:cNvPr id="18473" name="圆角矩形 11303">
            <a:extLst>
              <a:ext uri="{FF2B5EF4-FFF2-40B4-BE49-F238E27FC236}">
                <a16:creationId xmlns:a16="http://schemas.microsoft.com/office/drawing/2014/main" id="{332FAE21-91FE-4A69-AF26-4A813A4FD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3922713"/>
            <a:ext cx="658813" cy="328612"/>
          </a:xfrm>
          <a:prstGeom prst="roundRect">
            <a:avLst>
              <a:gd name="adj" fmla="val 11106"/>
            </a:avLst>
          </a:prstGeom>
          <a:solidFill>
            <a:srgbClr val="F2F4F7"/>
          </a:solidFill>
          <a:ln w="9000">
            <a:solidFill>
              <a:srgbClr val="8993A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4" name="矩形 11304">
            <a:extLst>
              <a:ext uri="{FF2B5EF4-FFF2-40B4-BE49-F238E27FC236}">
                <a16:creationId xmlns:a16="http://schemas.microsoft.com/office/drawing/2014/main" id="{5D3636B6-4AF7-43E2-AB54-1F9AFCC21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4014788"/>
            <a:ext cx="384175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L15</a:t>
            </a:r>
          </a:p>
        </p:txBody>
      </p:sp>
      <p:sp>
        <p:nvSpPr>
          <p:cNvPr id="18475" name="圆角矩形 11305">
            <a:extLst>
              <a:ext uri="{FF2B5EF4-FFF2-40B4-BE49-F238E27FC236}">
                <a16:creationId xmlns:a16="http://schemas.microsoft.com/office/drawing/2014/main" id="{50CD4999-2B7F-441E-AE6A-5D8A58E8D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4489450"/>
            <a:ext cx="658813" cy="328613"/>
          </a:xfrm>
          <a:prstGeom prst="roundRect">
            <a:avLst>
              <a:gd name="adj" fmla="val 11106"/>
            </a:avLst>
          </a:prstGeom>
          <a:solidFill>
            <a:srgbClr val="EAF7F0"/>
          </a:solidFill>
          <a:ln w="9000">
            <a:solidFill>
              <a:srgbClr val="35A779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6" name="矩形 11306">
            <a:extLst>
              <a:ext uri="{FF2B5EF4-FFF2-40B4-BE49-F238E27FC236}">
                <a16:creationId xmlns:a16="http://schemas.microsoft.com/office/drawing/2014/main" id="{C8276BA6-ADEF-429E-84FE-079CC5A41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488" y="45815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L16</a:t>
            </a:r>
          </a:p>
        </p:txBody>
      </p:sp>
      <p:sp>
        <p:nvSpPr>
          <p:cNvPr id="18477" name="圆角矩形 11307">
            <a:extLst>
              <a:ext uri="{FF2B5EF4-FFF2-40B4-BE49-F238E27FC236}">
                <a16:creationId xmlns:a16="http://schemas.microsoft.com/office/drawing/2014/main" id="{3D6D0951-11A4-450D-8A9A-8CD392AC7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4375" y="4489450"/>
            <a:ext cx="658813" cy="328613"/>
          </a:xfrm>
          <a:prstGeom prst="roundRect">
            <a:avLst>
              <a:gd name="adj" fmla="val 11106"/>
            </a:avLst>
          </a:prstGeom>
          <a:solidFill>
            <a:srgbClr val="FFF4E2"/>
          </a:solidFill>
          <a:ln w="9000">
            <a:solidFill>
              <a:srgbClr val="F59E0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8" name="矩形 11308">
            <a:extLst>
              <a:ext uri="{FF2B5EF4-FFF2-40B4-BE49-F238E27FC236}">
                <a16:creationId xmlns:a16="http://schemas.microsoft.com/office/drawing/2014/main" id="{3D7F73BB-B5E5-42AC-ABFD-635BF2652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45815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L17</a:t>
            </a:r>
          </a:p>
        </p:txBody>
      </p:sp>
      <p:sp>
        <p:nvSpPr>
          <p:cNvPr id="18479" name="圆角矩形 11309">
            <a:extLst>
              <a:ext uri="{FF2B5EF4-FFF2-40B4-BE49-F238E27FC236}">
                <a16:creationId xmlns:a16="http://schemas.microsoft.com/office/drawing/2014/main" id="{41B005BC-1874-4AE7-950C-9188237E1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25" y="4489450"/>
            <a:ext cx="658813" cy="328613"/>
          </a:xfrm>
          <a:prstGeom prst="roundRect">
            <a:avLst>
              <a:gd name="adj" fmla="val 11106"/>
            </a:avLst>
          </a:prstGeom>
          <a:solidFill>
            <a:srgbClr val="EAF1FF"/>
          </a:solidFill>
          <a:ln w="9000">
            <a:solidFill>
              <a:srgbClr val="2B6DE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80" name="矩形 11310">
            <a:extLst>
              <a:ext uri="{FF2B5EF4-FFF2-40B4-BE49-F238E27FC236}">
                <a16:creationId xmlns:a16="http://schemas.microsoft.com/office/drawing/2014/main" id="{3A7443C3-3B10-42BB-B04A-6CCD7F55B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815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L18</a:t>
            </a:r>
          </a:p>
        </p:txBody>
      </p:sp>
      <p:sp>
        <p:nvSpPr>
          <p:cNvPr id="18481" name="圆角矩形 11311">
            <a:extLst>
              <a:ext uri="{FF2B5EF4-FFF2-40B4-BE49-F238E27FC236}">
                <a16:creationId xmlns:a16="http://schemas.microsoft.com/office/drawing/2014/main" id="{9FE9378F-A965-4DAA-8C31-448B76461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688" y="4489450"/>
            <a:ext cx="658812" cy="328613"/>
          </a:xfrm>
          <a:prstGeom prst="roundRect">
            <a:avLst>
              <a:gd name="adj" fmla="val 11106"/>
            </a:avLst>
          </a:prstGeom>
          <a:solidFill>
            <a:srgbClr val="E6F8F8"/>
          </a:solidFill>
          <a:ln w="9000">
            <a:solidFill>
              <a:srgbClr val="00A6A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82" name="矩形 11312">
            <a:extLst>
              <a:ext uri="{FF2B5EF4-FFF2-40B4-BE49-F238E27FC236}">
                <a16:creationId xmlns:a16="http://schemas.microsoft.com/office/drawing/2014/main" id="{24BC0043-0D69-4F14-A96B-5F00A5273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45815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L19</a:t>
            </a:r>
          </a:p>
        </p:txBody>
      </p:sp>
      <p:sp>
        <p:nvSpPr>
          <p:cNvPr id="18483" name="圆角矩形 11313">
            <a:extLst>
              <a:ext uri="{FF2B5EF4-FFF2-40B4-BE49-F238E27FC236}">
                <a16:creationId xmlns:a16="http://schemas.microsoft.com/office/drawing/2014/main" id="{BAA1E9F5-99A5-4839-8EDD-B9F5686C2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4489450"/>
            <a:ext cx="658813" cy="328613"/>
          </a:xfrm>
          <a:prstGeom prst="roundRect">
            <a:avLst>
              <a:gd name="adj" fmla="val 11106"/>
            </a:avLst>
          </a:prstGeom>
          <a:solidFill>
            <a:srgbClr val="F2F4F7"/>
          </a:solidFill>
          <a:ln w="9000">
            <a:solidFill>
              <a:srgbClr val="8993A4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84" name="矩形 11314">
            <a:extLst>
              <a:ext uri="{FF2B5EF4-FFF2-40B4-BE49-F238E27FC236}">
                <a16:creationId xmlns:a16="http://schemas.microsoft.com/office/drawing/2014/main" id="{B9FB8FAE-EA46-4F19-B7BB-52A5F9793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4581525"/>
            <a:ext cx="384175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7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L20</a:t>
            </a:r>
          </a:p>
        </p:txBody>
      </p:sp>
      <p:sp>
        <p:nvSpPr>
          <p:cNvPr id="18485" name="矩形 11315">
            <a:extLst>
              <a:ext uri="{FF2B5EF4-FFF2-40B4-BE49-F238E27FC236}">
                <a16:creationId xmlns:a16="http://schemas.microsoft.com/office/drawing/2014/main" id="{7CC10C02-037F-4F7A-AA30-7CFE207EE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75" y="1609725"/>
            <a:ext cx="4389438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" tIns="1080" rIns="1080" bIns="108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zh-CN" sz="16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• 状态数据来自班长席配置，可按班组、线路组或用途筛选。</a:t>
            </a:r>
          </a:p>
          <a:p>
            <a:pPr hangingPunct="1">
              <a:lnSpc>
                <a:spcPct val="100000"/>
              </a:lnSpc>
            </a:pPr>
            <a:r>
              <a:rPr lang="en-US" altLang="zh-CN" sz="16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• 手动选线仅显示可用通道，避免呼叫落到维护线路。</a:t>
            </a:r>
          </a:p>
          <a:p>
            <a:pPr hangingPunct="1">
              <a:lnSpc>
                <a:spcPct val="100000"/>
              </a:lnSpc>
            </a:pPr>
            <a:r>
              <a:rPr lang="en-US" altLang="zh-CN" sz="16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• 异常状态统一进入运行提示栏，方便快速复核。</a:t>
            </a:r>
          </a:p>
        </p:txBody>
      </p:sp>
      <p:sp>
        <p:nvSpPr>
          <p:cNvPr id="18486" name="圆角矩形 11316">
            <a:extLst>
              <a:ext uri="{FF2B5EF4-FFF2-40B4-BE49-F238E27FC236}">
                <a16:creationId xmlns:a16="http://schemas.microsoft.com/office/drawing/2014/main" id="{5861F2F0-9776-49E3-9284-9D445B778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75" y="4160838"/>
            <a:ext cx="4251325" cy="1050925"/>
          </a:xfrm>
          <a:prstGeom prst="roundRect">
            <a:avLst>
              <a:gd name="adj" fmla="val 6954"/>
            </a:avLst>
          </a:prstGeom>
          <a:solidFill>
            <a:srgbClr val="FFF4E2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值守建议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呼叫前先检查线路组状态；连续失败时不要重复占线，应切换备用路由或上报班长席。</a:t>
            </a:r>
          </a:p>
        </p:txBody>
      </p:sp>
      <p:sp>
        <p:nvSpPr>
          <p:cNvPr id="18487" name="直接连接符 11317">
            <a:extLst>
              <a:ext uri="{FF2B5EF4-FFF2-40B4-BE49-F238E27FC236}">
                <a16:creationId xmlns:a16="http://schemas.microsoft.com/office/drawing/2014/main" id="{CCFA471F-41BF-46FF-AA61-45D3FAD6C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7525" y="3698875"/>
            <a:ext cx="3959225" cy="1588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88" name="文本框 11318">
            <a:extLst>
              <a:ext uri="{FF2B5EF4-FFF2-40B4-BE49-F238E27FC236}">
                <a16:creationId xmlns:a16="http://schemas.microsoft.com/office/drawing/2014/main" id="{A2DBCE8A-ACB0-4E87-BD9C-1E51EB11E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E7C0815-66C0-483E-B6B0-9772A3B0A255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8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12288">
            <a:extLst>
              <a:ext uri="{FF2B5EF4-FFF2-40B4-BE49-F238E27FC236}">
                <a16:creationId xmlns:a16="http://schemas.microsoft.com/office/drawing/2014/main" id="{57B1FEC9-4D38-4B7D-B2A0-8669D041F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20483" name="矩形 12289">
            <a:extLst>
              <a:ext uri="{FF2B5EF4-FFF2-40B4-BE49-F238E27FC236}">
                <a16:creationId xmlns:a16="http://schemas.microsoft.com/office/drawing/2014/main" id="{9F6607D4-B944-4588-84F1-3149AE1CF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接续流程：从来话到三方沟通</a:t>
            </a:r>
          </a:p>
        </p:txBody>
      </p:sp>
      <p:sp>
        <p:nvSpPr>
          <p:cNvPr id="20484" name="直接连接符 12290">
            <a:extLst>
              <a:ext uri="{FF2B5EF4-FFF2-40B4-BE49-F238E27FC236}">
                <a16:creationId xmlns:a16="http://schemas.microsoft.com/office/drawing/2014/main" id="{E08DE24C-2864-46B7-ACB1-4C7FD7782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矩形 12291">
            <a:extLst>
              <a:ext uri="{FF2B5EF4-FFF2-40B4-BE49-F238E27FC236}">
                <a16:creationId xmlns:a16="http://schemas.microsoft.com/office/drawing/2014/main" id="{3B1623D9-6256-4FAD-9D50-0B10AE294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20486" name="直接连接符 12292">
            <a:extLst>
              <a:ext uri="{FF2B5EF4-FFF2-40B4-BE49-F238E27FC236}">
                <a16:creationId xmlns:a16="http://schemas.microsoft.com/office/drawing/2014/main" id="{714BA111-A19F-465A-826E-352C12B4EB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2614613"/>
            <a:ext cx="557213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7" name="直接连接符 12293">
            <a:extLst>
              <a:ext uri="{FF2B5EF4-FFF2-40B4-BE49-F238E27FC236}">
                <a16:creationId xmlns:a16="http://schemas.microsoft.com/office/drawing/2014/main" id="{79F39830-E279-4EC6-874F-CDD1347C4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7363" y="2614613"/>
            <a:ext cx="557212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8" name="直接连接符 12294">
            <a:extLst>
              <a:ext uri="{FF2B5EF4-FFF2-40B4-BE49-F238E27FC236}">
                <a16:creationId xmlns:a16="http://schemas.microsoft.com/office/drawing/2014/main" id="{57EEBA04-97AF-4683-B2EB-423DC8E0D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614613"/>
            <a:ext cx="557213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9" name="直接连接符 12295">
            <a:extLst>
              <a:ext uri="{FF2B5EF4-FFF2-40B4-BE49-F238E27FC236}">
                <a16:creationId xmlns:a16="http://schemas.microsoft.com/office/drawing/2014/main" id="{CD539AD4-25C4-4F63-81B7-615CD318C81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4238" y="2614613"/>
            <a:ext cx="557212" cy="1587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0" name="圆角矩形 12296">
            <a:extLst>
              <a:ext uri="{FF2B5EF4-FFF2-40B4-BE49-F238E27FC236}">
                <a16:creationId xmlns:a16="http://schemas.microsoft.com/office/drawing/2014/main" id="{03A433BA-4628-416B-B26F-DD503A33B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2139950"/>
            <a:ext cx="1417638" cy="950913"/>
          </a:xfrm>
          <a:prstGeom prst="roundRect">
            <a:avLst>
              <a:gd name="adj" fmla="val 9611"/>
            </a:avLst>
          </a:prstGeom>
          <a:solidFill>
            <a:srgbClr val="EAF1FF"/>
          </a:solidFill>
          <a:ln w="15120">
            <a:solidFill>
              <a:srgbClr val="2B6DEB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来话上台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空格接入</a:t>
            </a:r>
          </a:p>
        </p:txBody>
      </p:sp>
      <p:sp>
        <p:nvSpPr>
          <p:cNvPr id="20491" name="圆角矩形 12297">
            <a:extLst>
              <a:ext uri="{FF2B5EF4-FFF2-40B4-BE49-F238E27FC236}">
                <a16:creationId xmlns:a16="http://schemas.microsoft.com/office/drawing/2014/main" id="{09146EE4-09E3-4A88-8376-48A18BCC6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725" y="2139950"/>
            <a:ext cx="1417638" cy="950913"/>
          </a:xfrm>
          <a:prstGeom prst="roundRect">
            <a:avLst>
              <a:gd name="adj" fmla="val 9611"/>
            </a:avLst>
          </a:prstGeom>
          <a:solidFill>
            <a:srgbClr val="E6F8F8"/>
          </a:solidFill>
          <a:ln w="15120">
            <a:solidFill>
              <a:srgbClr val="00A6A6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填写工单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确认对象</a:t>
            </a:r>
          </a:p>
        </p:txBody>
      </p:sp>
      <p:sp>
        <p:nvSpPr>
          <p:cNvPr id="20492" name="圆角矩形 12298">
            <a:extLst>
              <a:ext uri="{FF2B5EF4-FFF2-40B4-BE49-F238E27FC236}">
                <a16:creationId xmlns:a16="http://schemas.microsoft.com/office/drawing/2014/main" id="{5C6B66E2-C262-4305-BCC6-3C050F43D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2139950"/>
            <a:ext cx="1417637" cy="950913"/>
          </a:xfrm>
          <a:prstGeom prst="roundRect">
            <a:avLst>
              <a:gd name="adj" fmla="val 9611"/>
            </a:avLst>
          </a:prstGeom>
          <a:solidFill>
            <a:srgbClr val="FFF4E2"/>
          </a:solidFill>
          <a:ln w="15120">
            <a:solidFill>
              <a:srgbClr val="F59E0B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呼叫目标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选择路由</a:t>
            </a:r>
          </a:p>
        </p:txBody>
      </p:sp>
      <p:sp>
        <p:nvSpPr>
          <p:cNvPr id="20493" name="圆角矩形 12299">
            <a:extLst>
              <a:ext uri="{FF2B5EF4-FFF2-40B4-BE49-F238E27FC236}">
                <a16:creationId xmlns:a16="http://schemas.microsoft.com/office/drawing/2014/main" id="{A00DC02D-8A4B-4517-BE3A-90E138C45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139950"/>
            <a:ext cx="1417638" cy="950913"/>
          </a:xfrm>
          <a:prstGeom prst="roundRect">
            <a:avLst>
              <a:gd name="adj" fmla="val 9611"/>
            </a:avLst>
          </a:prstGeom>
          <a:solidFill>
            <a:srgbClr val="EAF7F0"/>
          </a:solidFill>
          <a:ln w="15120">
            <a:solidFill>
              <a:srgbClr val="35A779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三方通话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核对需求</a:t>
            </a:r>
          </a:p>
        </p:txBody>
      </p:sp>
      <p:sp>
        <p:nvSpPr>
          <p:cNvPr id="20494" name="圆角矩形 12300">
            <a:extLst>
              <a:ext uri="{FF2B5EF4-FFF2-40B4-BE49-F238E27FC236}">
                <a16:creationId xmlns:a16="http://schemas.microsoft.com/office/drawing/2014/main" id="{CEF7C0DF-C6ED-4F2F-B828-CD93834EF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0038" y="2139950"/>
            <a:ext cx="1417637" cy="950913"/>
          </a:xfrm>
          <a:prstGeom prst="roundRect">
            <a:avLst>
              <a:gd name="adj" fmla="val 9611"/>
            </a:avLst>
          </a:prstGeom>
          <a:solidFill>
            <a:srgbClr val="F0F4FA"/>
          </a:solidFill>
          <a:ln w="15120">
            <a:solidFill>
              <a:srgbClr val="8AA2C0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坐席撤出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4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归档工单</a:t>
            </a:r>
          </a:p>
        </p:txBody>
      </p:sp>
      <p:sp>
        <p:nvSpPr>
          <p:cNvPr id="20495" name="圆角矩形 12301">
            <a:extLst>
              <a:ext uri="{FF2B5EF4-FFF2-40B4-BE49-F238E27FC236}">
                <a16:creationId xmlns:a16="http://schemas.microsoft.com/office/drawing/2014/main" id="{5B393799-339B-43D1-BF36-17AF183E9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4068763"/>
            <a:ext cx="3246437" cy="960437"/>
          </a:xfrm>
          <a:prstGeom prst="roundRect">
            <a:avLst>
              <a:gd name="adj" fmla="val 7616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操作口径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新来话到达时，无论当前是否在录入工单，都优先接入新用户并确认诉求。</a:t>
            </a:r>
          </a:p>
        </p:txBody>
      </p:sp>
      <p:sp>
        <p:nvSpPr>
          <p:cNvPr id="20496" name="直接连接符 12302">
            <a:extLst>
              <a:ext uri="{FF2B5EF4-FFF2-40B4-BE49-F238E27FC236}">
                <a16:creationId xmlns:a16="http://schemas.microsoft.com/office/drawing/2014/main" id="{633BFE78-9F98-45A4-882A-323E99D421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5688" y="3565525"/>
            <a:ext cx="2952750" cy="1588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7" name="圆角矩形 12303">
            <a:extLst>
              <a:ext uri="{FF2B5EF4-FFF2-40B4-BE49-F238E27FC236}">
                <a16:creationId xmlns:a16="http://schemas.microsoft.com/office/drawing/2014/main" id="{5508572C-B988-4B9B-88FB-E6C7C9B9A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475" y="4068763"/>
            <a:ext cx="3246438" cy="960437"/>
          </a:xfrm>
          <a:prstGeom prst="roundRect">
            <a:avLst>
              <a:gd name="adj" fmla="val 7616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通话秩序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与第一方说明等待后，再呼叫第二方；接通后按规则插入三方。</a:t>
            </a:r>
          </a:p>
        </p:txBody>
      </p:sp>
      <p:sp>
        <p:nvSpPr>
          <p:cNvPr id="20498" name="直接连接符 12304">
            <a:extLst>
              <a:ext uri="{FF2B5EF4-FFF2-40B4-BE49-F238E27FC236}">
                <a16:creationId xmlns:a16="http://schemas.microsoft.com/office/drawing/2014/main" id="{A44E6E23-9505-41F2-955F-E126797308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3552825"/>
            <a:ext cx="2952750" cy="1588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9" name="圆角矩形 12305">
            <a:extLst>
              <a:ext uri="{FF2B5EF4-FFF2-40B4-BE49-F238E27FC236}">
                <a16:creationId xmlns:a16="http://schemas.microsoft.com/office/drawing/2014/main" id="{626CA08B-5CA9-4F0C-97C3-C648682C4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4068763"/>
            <a:ext cx="3246438" cy="960437"/>
          </a:xfrm>
          <a:prstGeom prst="roundRect">
            <a:avLst>
              <a:gd name="adj" fmla="val 7616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结束动作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完成转接或沟通后，应撤出三方并检查是否还有保留工单。</a:t>
            </a:r>
          </a:p>
        </p:txBody>
      </p:sp>
      <p:sp>
        <p:nvSpPr>
          <p:cNvPr id="20500" name="直接连接符 12306">
            <a:extLst>
              <a:ext uri="{FF2B5EF4-FFF2-40B4-BE49-F238E27FC236}">
                <a16:creationId xmlns:a16="http://schemas.microsoft.com/office/drawing/2014/main" id="{B8114530-94FB-4978-9267-67956916E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8188" y="3560763"/>
            <a:ext cx="2952750" cy="1587"/>
          </a:xfrm>
          <a:prstGeom prst="line">
            <a:avLst/>
          </a:prstGeom>
          <a:noFill/>
          <a:ln w="25560">
            <a:solidFill>
              <a:srgbClr val="35A7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1" name="文本框 12307">
            <a:extLst>
              <a:ext uri="{FF2B5EF4-FFF2-40B4-BE49-F238E27FC236}">
                <a16:creationId xmlns:a16="http://schemas.microsoft.com/office/drawing/2014/main" id="{1F96A1A6-9C95-46DB-BF57-192355A51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0A4CDE02-E2C7-4D81-9CAB-702A36C01135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9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13312">
            <a:extLst>
              <a:ext uri="{FF2B5EF4-FFF2-40B4-BE49-F238E27FC236}">
                <a16:creationId xmlns:a16="http://schemas.microsoft.com/office/drawing/2014/main" id="{787E2773-2B5A-456F-A8D3-14A020CD2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22531" name="矩形 13313">
            <a:extLst>
              <a:ext uri="{FF2B5EF4-FFF2-40B4-BE49-F238E27FC236}">
                <a16:creationId xmlns:a16="http://schemas.microsoft.com/office/drawing/2014/main" id="{B9311FBF-7E6A-40E2-9EF7-7869703D0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转接与交叉操作：语音不一定跟着窗口走</a:t>
            </a:r>
          </a:p>
        </p:txBody>
      </p:sp>
      <p:sp>
        <p:nvSpPr>
          <p:cNvPr id="22532" name="直接连接符 13314">
            <a:extLst>
              <a:ext uri="{FF2B5EF4-FFF2-40B4-BE49-F238E27FC236}">
                <a16:creationId xmlns:a16="http://schemas.microsoft.com/office/drawing/2014/main" id="{222A4D3D-96D4-4756-B6E2-9BB43BC41B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矩形 13315">
            <a:extLst>
              <a:ext uri="{FF2B5EF4-FFF2-40B4-BE49-F238E27FC236}">
                <a16:creationId xmlns:a16="http://schemas.microsoft.com/office/drawing/2014/main" id="{7A9E8EEB-D036-414F-97A1-77D6BAFB4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22534" name="圆角矩形 13316">
            <a:extLst>
              <a:ext uri="{FF2B5EF4-FFF2-40B4-BE49-F238E27FC236}">
                <a16:creationId xmlns:a16="http://schemas.microsoft.com/office/drawing/2014/main" id="{77560859-25D8-4B27-BA89-59F8F2021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1481138"/>
            <a:ext cx="4498975" cy="4187825"/>
          </a:xfrm>
          <a:prstGeom prst="roundRect">
            <a:avLst>
              <a:gd name="adj" fmla="val 1745"/>
            </a:avLst>
          </a:prstGeom>
          <a:solidFill>
            <a:srgbClr val="FFFFFF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5" name="矩形 13317">
            <a:extLst>
              <a:ext uri="{FF2B5EF4-FFF2-40B4-BE49-F238E27FC236}">
                <a16:creationId xmlns:a16="http://schemas.microsoft.com/office/drawing/2014/main" id="{27096421-53B0-4B91-8FFB-A5339A547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1809750"/>
            <a:ext cx="25606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1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1</a:t>
            </a:r>
            <a:r>
              <a:rPr lang="zh-CN" altLang="zh-CN" sz="1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：正在通话</a:t>
            </a:r>
          </a:p>
        </p:txBody>
      </p:sp>
      <p:sp>
        <p:nvSpPr>
          <p:cNvPr id="22536" name="椭圆 13318">
            <a:extLst>
              <a:ext uri="{FF2B5EF4-FFF2-40B4-BE49-F238E27FC236}">
                <a16:creationId xmlns:a16="http://schemas.microsoft.com/office/drawing/2014/main" id="{00ED9A19-26A4-47E4-98CD-0A5C5F624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9475" y="2487613"/>
            <a:ext cx="914400" cy="914400"/>
          </a:xfrm>
          <a:prstGeom prst="ellipse">
            <a:avLst/>
          </a:prstGeom>
          <a:solidFill>
            <a:srgbClr val="E6F8F8"/>
          </a:solidFill>
          <a:ln w="12600">
            <a:solidFill>
              <a:srgbClr val="00A6A6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7" name="矩形 13319">
            <a:extLst>
              <a:ext uri="{FF2B5EF4-FFF2-40B4-BE49-F238E27FC236}">
                <a16:creationId xmlns:a16="http://schemas.microsoft.com/office/drawing/2014/main" id="{8EC1CC66-AFF6-48A7-89C3-30C25E4B2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3594100"/>
            <a:ext cx="14176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2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语音焦点</a:t>
            </a:r>
          </a:p>
        </p:txBody>
      </p:sp>
      <p:sp>
        <p:nvSpPr>
          <p:cNvPr id="22538" name="圆角矩形 13320">
            <a:extLst>
              <a:ext uri="{FF2B5EF4-FFF2-40B4-BE49-F238E27FC236}">
                <a16:creationId xmlns:a16="http://schemas.microsoft.com/office/drawing/2014/main" id="{B78BE5C3-8D4E-45D8-88C4-577001DF7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63" y="1481138"/>
            <a:ext cx="4498975" cy="4187825"/>
          </a:xfrm>
          <a:prstGeom prst="roundRect">
            <a:avLst>
              <a:gd name="adj" fmla="val 1745"/>
            </a:avLst>
          </a:prstGeom>
          <a:solidFill>
            <a:srgbClr val="FFFFFF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9" name="矩形 13321">
            <a:extLst>
              <a:ext uri="{FF2B5EF4-FFF2-40B4-BE49-F238E27FC236}">
                <a16:creationId xmlns:a16="http://schemas.microsoft.com/office/drawing/2014/main" id="{69170740-3EBF-4980-91CF-AA9513D72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50" y="1809750"/>
            <a:ext cx="26511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1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2</a:t>
            </a:r>
            <a:r>
              <a:rPr lang="zh-CN" altLang="zh-CN" sz="1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：录入与呼出</a:t>
            </a:r>
          </a:p>
        </p:txBody>
      </p:sp>
      <p:sp>
        <p:nvSpPr>
          <p:cNvPr id="22540" name="圆角矩形 13322">
            <a:extLst>
              <a:ext uri="{FF2B5EF4-FFF2-40B4-BE49-F238E27FC236}">
                <a16:creationId xmlns:a16="http://schemas.microsoft.com/office/drawing/2014/main" id="{265D615B-BDF4-450A-B79D-51A19984F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213" y="2541588"/>
            <a:ext cx="3290887" cy="676275"/>
          </a:xfrm>
          <a:prstGeom prst="roundRect">
            <a:avLst>
              <a:gd name="adj" fmla="val 6755"/>
            </a:avLst>
          </a:prstGeom>
          <a:solidFill>
            <a:srgbClr val="EAF1FF"/>
          </a:solidFill>
          <a:ln w="12600">
            <a:solidFill>
              <a:srgbClr val="2B6DE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41" name="矩形 13323">
            <a:extLst>
              <a:ext uri="{FF2B5EF4-FFF2-40B4-BE49-F238E27FC236}">
                <a16:creationId xmlns:a16="http://schemas.microsoft.com/office/drawing/2014/main" id="{36FB8CAC-60EF-4075-AA60-D0EAAB9F6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2743200"/>
            <a:ext cx="14176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B6DEB"/>
                </a:solidFill>
                <a:latin typeface="Noto Sans CJK SC" charset="0"/>
                <a:ea typeface="宋体" panose="02010600030101010101" pitchFamily="2" charset="-122"/>
              </a:rPr>
              <a:t>操作焦点</a:t>
            </a:r>
          </a:p>
        </p:txBody>
      </p:sp>
      <p:sp>
        <p:nvSpPr>
          <p:cNvPr id="22542" name="直接连接符 13324">
            <a:extLst>
              <a:ext uri="{FF2B5EF4-FFF2-40B4-BE49-F238E27FC236}">
                <a16:creationId xmlns:a16="http://schemas.microsoft.com/office/drawing/2014/main" id="{00949361-4DD1-4689-A1E4-2B5CD68406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9875" y="3127375"/>
            <a:ext cx="292100" cy="1588"/>
          </a:xfrm>
          <a:prstGeom prst="line">
            <a:avLst/>
          </a:prstGeom>
          <a:noFill/>
          <a:ln w="16560">
            <a:solidFill>
              <a:srgbClr val="F59E0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矩形 13325">
            <a:extLst>
              <a:ext uri="{FF2B5EF4-FFF2-40B4-BE49-F238E27FC236}">
                <a16:creationId xmlns:a16="http://schemas.microsoft.com/office/drawing/2014/main" id="{81B1CD6D-DC87-471D-9099-028356A21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5989638"/>
            <a:ext cx="9418638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保持与当前用户沟通，同时为另一窗口填写工单、呼叫或转接。</a:t>
            </a:r>
          </a:p>
        </p:txBody>
      </p:sp>
      <p:sp>
        <p:nvSpPr>
          <p:cNvPr id="22544" name="文本框 13326">
            <a:extLst>
              <a:ext uri="{FF2B5EF4-FFF2-40B4-BE49-F238E27FC236}">
                <a16:creationId xmlns:a16="http://schemas.microsoft.com/office/drawing/2014/main" id="{436EBCF3-1FFA-4F9E-A7C6-F88B5B577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0B557DD-EB3D-4CF9-8C6F-5838A6421E69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10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矩形 14336">
            <a:extLst>
              <a:ext uri="{FF2B5EF4-FFF2-40B4-BE49-F238E27FC236}">
                <a16:creationId xmlns:a16="http://schemas.microsoft.com/office/drawing/2014/main" id="{633B9B77-A038-41A2-A738-7DDCCFBB1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24579" name="矩形 14337">
            <a:extLst>
              <a:ext uri="{FF2B5EF4-FFF2-40B4-BE49-F238E27FC236}">
                <a16:creationId xmlns:a16="http://schemas.microsoft.com/office/drawing/2014/main" id="{8628221E-F948-4CEC-BEE0-2CF3258DF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合并与拆分：处理复杂通话关系</a:t>
            </a:r>
          </a:p>
        </p:txBody>
      </p:sp>
      <p:sp>
        <p:nvSpPr>
          <p:cNvPr id="24580" name="直接连接符 14338">
            <a:extLst>
              <a:ext uri="{FF2B5EF4-FFF2-40B4-BE49-F238E27FC236}">
                <a16:creationId xmlns:a16="http://schemas.microsoft.com/office/drawing/2014/main" id="{B82C68FF-AF33-43C1-B22B-1EEBBCDEBB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矩形 14339">
            <a:extLst>
              <a:ext uri="{FF2B5EF4-FFF2-40B4-BE49-F238E27FC236}">
                <a16:creationId xmlns:a16="http://schemas.microsoft.com/office/drawing/2014/main" id="{9953937E-4079-488B-AACA-6F575ED32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24582" name="直接连接符 14340">
            <a:extLst>
              <a:ext uri="{FF2B5EF4-FFF2-40B4-BE49-F238E27FC236}">
                <a16:creationId xmlns:a16="http://schemas.microsoft.com/office/drawing/2014/main" id="{D3B3DEDE-44E5-42C1-AF50-4D61C6998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0188" y="2422525"/>
            <a:ext cx="1096962" cy="1588"/>
          </a:xfrm>
          <a:prstGeom prst="line">
            <a:avLst/>
          </a:prstGeom>
          <a:noFill/>
          <a:ln w="20160">
            <a:solidFill>
              <a:srgbClr val="35A77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3" name="直接连接符 14341">
            <a:extLst>
              <a:ext uri="{FF2B5EF4-FFF2-40B4-BE49-F238E27FC236}">
                <a16:creationId xmlns:a16="http://schemas.microsoft.com/office/drawing/2014/main" id="{C05C1D44-09F6-4F7A-A2B6-BDFDB80BB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0075" y="2422525"/>
            <a:ext cx="1116013" cy="1588"/>
          </a:xfrm>
          <a:prstGeom prst="line">
            <a:avLst/>
          </a:prstGeom>
          <a:noFill/>
          <a:ln w="20160">
            <a:solidFill>
              <a:srgbClr val="F59E0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4" name="圆角矩形 14342">
            <a:extLst>
              <a:ext uri="{FF2B5EF4-FFF2-40B4-BE49-F238E27FC236}">
                <a16:creationId xmlns:a16="http://schemas.microsoft.com/office/drawing/2014/main" id="{F7FD0030-7747-4576-B8D9-7549E4380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438" y="1920875"/>
            <a:ext cx="1417637" cy="1004888"/>
          </a:xfrm>
          <a:prstGeom prst="roundRect">
            <a:avLst>
              <a:gd name="adj" fmla="val 9088"/>
            </a:avLst>
          </a:prstGeom>
          <a:solidFill>
            <a:srgbClr val="EAF1FF"/>
          </a:solidFill>
          <a:ln w="15120">
            <a:solidFill>
              <a:srgbClr val="2B6DEB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用户甲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4585" name="圆角矩形 14343">
            <a:extLst>
              <a:ext uri="{FF2B5EF4-FFF2-40B4-BE49-F238E27FC236}">
                <a16:creationId xmlns:a16="http://schemas.microsoft.com/office/drawing/2014/main" id="{EF1CA5C3-701E-406F-9DE4-ACD897276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0163" y="1920875"/>
            <a:ext cx="1417637" cy="1004888"/>
          </a:xfrm>
          <a:prstGeom prst="roundRect">
            <a:avLst>
              <a:gd name="adj" fmla="val 9088"/>
            </a:avLst>
          </a:prstGeom>
          <a:solidFill>
            <a:srgbClr val="EAF7F0"/>
          </a:solidFill>
          <a:ln w="15120">
            <a:solidFill>
              <a:srgbClr val="35A779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用户乙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窗口 </a:t>
            </a:r>
            <a:r>
              <a:rPr lang="en-US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4586" name="圆角矩形 14344">
            <a:extLst>
              <a:ext uri="{FF2B5EF4-FFF2-40B4-BE49-F238E27FC236}">
                <a16:creationId xmlns:a16="http://schemas.microsoft.com/office/drawing/2014/main" id="{2B2D9E76-D41E-4241-B860-9E32DCF52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1920875"/>
            <a:ext cx="1736725" cy="1004888"/>
          </a:xfrm>
          <a:prstGeom prst="roundRect">
            <a:avLst>
              <a:gd name="adj" fmla="val 9088"/>
            </a:avLst>
          </a:prstGeom>
          <a:solidFill>
            <a:srgbClr val="E6F8F8"/>
          </a:solidFill>
          <a:ln w="15120">
            <a:solidFill>
              <a:srgbClr val="00A6A6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合并到单窗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插入三方</a:t>
            </a:r>
          </a:p>
        </p:txBody>
      </p:sp>
      <p:sp>
        <p:nvSpPr>
          <p:cNvPr id="24587" name="圆角矩形 14345">
            <a:extLst>
              <a:ext uri="{FF2B5EF4-FFF2-40B4-BE49-F238E27FC236}">
                <a16:creationId xmlns:a16="http://schemas.microsoft.com/office/drawing/2014/main" id="{3E2AC3A1-EBFC-4D64-9ED9-923EC02E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650" y="1920875"/>
            <a:ext cx="1736725" cy="1004888"/>
          </a:xfrm>
          <a:prstGeom prst="roundRect">
            <a:avLst>
              <a:gd name="adj" fmla="val 9088"/>
            </a:avLst>
          </a:prstGeom>
          <a:solidFill>
            <a:srgbClr val="F1F5FB"/>
          </a:solidFill>
          <a:ln w="15120">
            <a:solidFill>
              <a:srgbClr val="8AA2C0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完成后撤出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释放坐席</a:t>
            </a:r>
          </a:p>
        </p:txBody>
      </p:sp>
      <p:sp>
        <p:nvSpPr>
          <p:cNvPr id="24588" name="圆角矩形 14346">
            <a:extLst>
              <a:ext uri="{FF2B5EF4-FFF2-40B4-BE49-F238E27FC236}">
                <a16:creationId xmlns:a16="http://schemas.microsoft.com/office/drawing/2014/main" id="{97F3E7B4-257D-4347-A29E-07ABE9E15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978275"/>
            <a:ext cx="4618038" cy="960438"/>
          </a:xfrm>
          <a:prstGeom prst="roundRect">
            <a:avLst>
              <a:gd name="adj" fmla="val 7616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合并场景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两名用户已分别占用不同窗口，其中一方正是另一方的目标联系人，可合并后建立通话。</a:t>
            </a:r>
          </a:p>
        </p:txBody>
      </p:sp>
      <p:sp>
        <p:nvSpPr>
          <p:cNvPr id="24589" name="直接连接符 14347">
            <a:extLst>
              <a:ext uri="{FF2B5EF4-FFF2-40B4-BE49-F238E27FC236}">
                <a16:creationId xmlns:a16="http://schemas.microsoft.com/office/drawing/2014/main" id="{7DD625DB-964C-4BB8-9B34-F0DD7BD9E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450" y="3509963"/>
            <a:ext cx="4324350" cy="1587"/>
          </a:xfrm>
          <a:prstGeom prst="line">
            <a:avLst/>
          </a:prstGeom>
          <a:noFill/>
          <a:ln w="25560">
            <a:solidFill>
              <a:srgbClr val="35A7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0" name="圆角矩形 14348">
            <a:extLst>
              <a:ext uri="{FF2B5EF4-FFF2-40B4-BE49-F238E27FC236}">
                <a16:creationId xmlns:a16="http://schemas.microsoft.com/office/drawing/2014/main" id="{727F9176-EBA4-4580-813B-222406C70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25" y="3978275"/>
            <a:ext cx="4618038" cy="960438"/>
          </a:xfrm>
          <a:prstGeom prst="roundRect">
            <a:avLst>
              <a:gd name="adj" fmla="val 7616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拆分场景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两名用户在同一窗口内，一方与坐席通话、另一方等待时，可拆分到空闲窗口。</a:t>
            </a:r>
          </a:p>
        </p:txBody>
      </p:sp>
      <p:sp>
        <p:nvSpPr>
          <p:cNvPr id="24591" name="直接连接符 14349">
            <a:extLst>
              <a:ext uri="{FF2B5EF4-FFF2-40B4-BE49-F238E27FC236}">
                <a16:creationId xmlns:a16="http://schemas.microsoft.com/office/drawing/2014/main" id="{69A26B4A-6D70-4F07-B3C8-79403C4132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5" y="3514725"/>
            <a:ext cx="4324350" cy="1588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2" name="圆角矩形 14350">
            <a:extLst>
              <a:ext uri="{FF2B5EF4-FFF2-40B4-BE49-F238E27FC236}">
                <a16:creationId xmlns:a16="http://schemas.microsoft.com/office/drawing/2014/main" id="{C3501054-CBD6-4179-99CE-B2D6FB94F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9963" y="5357813"/>
            <a:ext cx="7177087" cy="658812"/>
          </a:xfrm>
          <a:prstGeom prst="roundRect">
            <a:avLst>
              <a:gd name="adj" fmla="val 11106"/>
            </a:avLst>
          </a:prstGeom>
          <a:solidFill>
            <a:srgbClr val="FFF4E2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确认提示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进行拆线或释放前会出现二次确认；值守人员应先核对是否仍有保持通话。</a:t>
            </a:r>
          </a:p>
        </p:txBody>
      </p:sp>
      <p:sp>
        <p:nvSpPr>
          <p:cNvPr id="24593" name="直接连接符 14351">
            <a:extLst>
              <a:ext uri="{FF2B5EF4-FFF2-40B4-BE49-F238E27FC236}">
                <a16:creationId xmlns:a16="http://schemas.microsoft.com/office/drawing/2014/main" id="{24989EDE-63D7-4E9C-8FF7-E5EC00E0B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9513" y="5138738"/>
            <a:ext cx="6884987" cy="1587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4" name="文本框 14352">
            <a:extLst>
              <a:ext uri="{FF2B5EF4-FFF2-40B4-BE49-F238E27FC236}">
                <a16:creationId xmlns:a16="http://schemas.microsoft.com/office/drawing/2014/main" id="{A8EF94E1-7EB4-422D-841E-35CC0E382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7FE33ABA-FD47-444E-A233-49583FE193E1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11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15360">
            <a:extLst>
              <a:ext uri="{FF2B5EF4-FFF2-40B4-BE49-F238E27FC236}">
                <a16:creationId xmlns:a16="http://schemas.microsoft.com/office/drawing/2014/main" id="{D5365455-DB65-4377-A52D-0A296AF58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26627" name="矩形 15361">
            <a:extLst>
              <a:ext uri="{FF2B5EF4-FFF2-40B4-BE49-F238E27FC236}">
                <a16:creationId xmlns:a16="http://schemas.microsoft.com/office/drawing/2014/main" id="{678EB6F2-DDD1-4B33-81B3-BBD5B0D08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查号：用更少输入找到正确联系人</a:t>
            </a:r>
          </a:p>
        </p:txBody>
      </p:sp>
      <p:sp>
        <p:nvSpPr>
          <p:cNvPr id="26628" name="直接连接符 15362">
            <a:extLst>
              <a:ext uri="{FF2B5EF4-FFF2-40B4-BE49-F238E27FC236}">
                <a16:creationId xmlns:a16="http://schemas.microsoft.com/office/drawing/2014/main" id="{95893D5E-D8A2-4DE2-B97B-E3D2E9036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9" name="矩形 15363">
            <a:extLst>
              <a:ext uri="{FF2B5EF4-FFF2-40B4-BE49-F238E27FC236}">
                <a16:creationId xmlns:a16="http://schemas.microsoft.com/office/drawing/2014/main" id="{70ED8C4B-A4C9-4AAE-93F5-F528FEE53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26630" name="圆角矩形 15364">
            <a:extLst>
              <a:ext uri="{FF2B5EF4-FFF2-40B4-BE49-F238E27FC236}">
                <a16:creationId xmlns:a16="http://schemas.microsoft.com/office/drawing/2014/main" id="{D51CB8D7-38A2-4F49-8491-F399C50E5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1573213"/>
            <a:ext cx="2971800" cy="1116012"/>
          </a:xfrm>
          <a:prstGeom prst="roundRect">
            <a:avLst>
              <a:gd name="adj" fmla="val 6556"/>
            </a:avLst>
          </a:prstGeom>
          <a:solidFill>
            <a:srgbClr val="EAF1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姓名检索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输入姓名拼音首字母，按首字符匹配。</a:t>
            </a:r>
          </a:p>
        </p:txBody>
      </p:sp>
      <p:sp>
        <p:nvSpPr>
          <p:cNvPr id="26631" name="直接连接符 15365">
            <a:extLst>
              <a:ext uri="{FF2B5EF4-FFF2-40B4-BE49-F238E27FC236}">
                <a16:creationId xmlns:a16="http://schemas.microsoft.com/office/drawing/2014/main" id="{51041A85-EE0D-45CA-9E16-EAD114744F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" y="2967038"/>
            <a:ext cx="2679700" cy="1587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2" name="圆角矩形 15366">
            <a:extLst>
              <a:ext uri="{FF2B5EF4-FFF2-40B4-BE49-F238E27FC236}">
                <a16:creationId xmlns:a16="http://schemas.microsoft.com/office/drawing/2014/main" id="{7D48BA94-4031-496D-BDFE-2090883A7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075" y="1573213"/>
            <a:ext cx="2971800" cy="1116012"/>
          </a:xfrm>
          <a:prstGeom prst="roundRect">
            <a:avLst>
              <a:gd name="adj" fmla="val 6556"/>
            </a:avLst>
          </a:prstGeom>
          <a:solidFill>
            <a:srgbClr val="E6F8F8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单位检索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输入单位简称或部门缩写，快速筛出候选。</a:t>
            </a:r>
          </a:p>
        </p:txBody>
      </p:sp>
      <p:sp>
        <p:nvSpPr>
          <p:cNvPr id="26633" name="直接连接符 15367">
            <a:extLst>
              <a:ext uri="{FF2B5EF4-FFF2-40B4-BE49-F238E27FC236}">
                <a16:creationId xmlns:a16="http://schemas.microsoft.com/office/drawing/2014/main" id="{0A8C6C8E-E711-4E0E-AE97-1DFBB2888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525" y="2967038"/>
            <a:ext cx="2679700" cy="1587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4" name="圆角矩形 15368">
            <a:extLst>
              <a:ext uri="{FF2B5EF4-FFF2-40B4-BE49-F238E27FC236}">
                <a16:creationId xmlns:a16="http://schemas.microsoft.com/office/drawing/2014/main" id="{7B555219-B5E4-4451-87FA-3B9BE899A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188" y="1573213"/>
            <a:ext cx="2971800" cy="1116012"/>
          </a:xfrm>
          <a:prstGeom prst="roundRect">
            <a:avLst>
              <a:gd name="adj" fmla="val 6556"/>
            </a:avLst>
          </a:prstGeom>
          <a:solidFill>
            <a:srgbClr val="FFF4E2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号码检索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输入号码片段，覆盖短号、内线、外线字段。</a:t>
            </a:r>
          </a:p>
        </p:txBody>
      </p:sp>
      <p:sp>
        <p:nvSpPr>
          <p:cNvPr id="26635" name="直接连接符 15369">
            <a:extLst>
              <a:ext uri="{FF2B5EF4-FFF2-40B4-BE49-F238E27FC236}">
                <a16:creationId xmlns:a16="http://schemas.microsoft.com/office/drawing/2014/main" id="{6862928E-FC62-48AD-878D-D07ED72E4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0913" y="2933700"/>
            <a:ext cx="2679700" cy="1588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6" name="圆角矩形 15370">
            <a:extLst>
              <a:ext uri="{FF2B5EF4-FFF2-40B4-BE49-F238E27FC236}">
                <a16:creationId xmlns:a16="http://schemas.microsoft.com/office/drawing/2014/main" id="{4F11DCD3-D862-4C64-AFE9-883A97F3C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3289300"/>
            <a:ext cx="10012363" cy="1417638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637" name="矩形 15371">
            <a:extLst>
              <a:ext uri="{FF2B5EF4-FFF2-40B4-BE49-F238E27FC236}">
                <a16:creationId xmlns:a16="http://schemas.microsoft.com/office/drawing/2014/main" id="{E10F8425-19A4-4CC4-B658-1626843EB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3557588"/>
            <a:ext cx="9144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3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检索框</a:t>
            </a:r>
          </a:p>
        </p:txBody>
      </p:sp>
      <p:sp>
        <p:nvSpPr>
          <p:cNvPr id="26638" name="圆角矩形 15372">
            <a:extLst>
              <a:ext uri="{FF2B5EF4-FFF2-40B4-BE49-F238E27FC236}">
                <a16:creationId xmlns:a16="http://schemas.microsoft.com/office/drawing/2014/main" id="{8D765FBB-3F16-4B35-AA32-C14045741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3429000"/>
            <a:ext cx="4343400" cy="503238"/>
          </a:xfrm>
          <a:prstGeom prst="roundRect">
            <a:avLst>
              <a:gd name="adj" fmla="val 10907"/>
            </a:avLst>
          </a:prstGeom>
          <a:solidFill>
            <a:srgbClr val="F2F6FB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639" name="矩形 15373">
            <a:extLst>
              <a:ext uri="{FF2B5EF4-FFF2-40B4-BE49-F238E27FC236}">
                <a16:creationId xmlns:a16="http://schemas.microsoft.com/office/drawing/2014/main" id="{1E989159-D930-4229-8AAE-D27264A11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25" y="3565525"/>
            <a:ext cx="2011363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100">
                <a:solidFill>
                  <a:srgbClr val="A0AEC0"/>
                </a:solidFill>
                <a:latin typeface="Noto Sans CJK SC" charset="0"/>
                <a:ea typeface="宋体" panose="02010600030101010101" pitchFamily="2" charset="-122"/>
              </a:rPr>
              <a:t>关键词 </a:t>
            </a:r>
            <a:r>
              <a:rPr lang="en-US" altLang="zh-CN" sz="1100">
                <a:solidFill>
                  <a:srgbClr val="A0AEC0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1100">
                <a:solidFill>
                  <a:srgbClr val="A0AEC0"/>
                </a:solidFill>
                <a:latin typeface="Noto Sans CJK SC" charset="0"/>
                <a:ea typeface="宋体" panose="02010600030101010101" pitchFamily="2" charset="-122"/>
              </a:rPr>
              <a:t>号码片段</a:t>
            </a:r>
          </a:p>
        </p:txBody>
      </p:sp>
      <p:sp>
        <p:nvSpPr>
          <p:cNvPr id="26640" name="圆角矩形 15374">
            <a:extLst>
              <a:ext uri="{FF2B5EF4-FFF2-40B4-BE49-F238E27FC236}">
                <a16:creationId xmlns:a16="http://schemas.microsoft.com/office/drawing/2014/main" id="{1AF1EAED-DB8B-402E-B93F-94329415D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88" y="3429000"/>
            <a:ext cx="1096962" cy="503238"/>
          </a:xfrm>
          <a:prstGeom prst="roundRect">
            <a:avLst>
              <a:gd name="adj" fmla="val 10907"/>
            </a:avLst>
          </a:prstGeom>
          <a:solidFill>
            <a:srgbClr val="2B6DEB"/>
          </a:solidFill>
          <a:ln w="9525">
            <a:solidFill>
              <a:srgbClr val="2B6DEB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查找</a:t>
            </a:r>
          </a:p>
        </p:txBody>
      </p:sp>
      <p:sp>
        <p:nvSpPr>
          <p:cNvPr id="26641" name="矩形 15375">
            <a:extLst>
              <a:ext uri="{FF2B5EF4-FFF2-40B4-BE49-F238E27FC236}">
                <a16:creationId xmlns:a16="http://schemas.microsoft.com/office/drawing/2014/main" id="{D6509C26-1D6B-4FFE-849C-78BF55D5D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4838" y="5211763"/>
            <a:ext cx="8137525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" tIns="1080" rIns="1080" bIns="108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• F1 </a:t>
            </a: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调出检索窗口并保留上次结果。</a:t>
            </a:r>
          </a:p>
          <a:p>
            <a:pPr algn="ctr" hangingPunct="1">
              <a:lnSpc>
                <a:spcPct val="100000"/>
              </a:lnSpc>
            </a:pPr>
            <a:r>
              <a:rPr lang="en-US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• F2 </a:t>
            </a: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清空条件后重新检索。</a:t>
            </a:r>
          </a:p>
          <a:p>
            <a:pPr algn="ctr" hangingPunct="1">
              <a:lnSpc>
                <a:spcPct val="100000"/>
              </a:lnSpc>
            </a:pPr>
            <a:r>
              <a:rPr lang="en-US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• 选中联系人可回填到当前工单。</a:t>
            </a:r>
          </a:p>
        </p:txBody>
      </p:sp>
      <p:sp>
        <p:nvSpPr>
          <p:cNvPr id="26642" name="文本框 15376">
            <a:extLst>
              <a:ext uri="{FF2B5EF4-FFF2-40B4-BE49-F238E27FC236}">
                <a16:creationId xmlns:a16="http://schemas.microsoft.com/office/drawing/2014/main" id="{8C51BD55-02A9-4885-8FBC-D459998BA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E5893422-050B-4DD5-89C7-CFDAB79F41A4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12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矩形 16384">
            <a:extLst>
              <a:ext uri="{FF2B5EF4-FFF2-40B4-BE49-F238E27FC236}">
                <a16:creationId xmlns:a16="http://schemas.microsoft.com/office/drawing/2014/main" id="{3997B630-80D9-47E7-8898-4BBF3AEE2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28675" name="矩形 16385">
            <a:extLst>
              <a:ext uri="{FF2B5EF4-FFF2-40B4-BE49-F238E27FC236}">
                <a16:creationId xmlns:a16="http://schemas.microsoft.com/office/drawing/2014/main" id="{408D9A68-E74C-460E-A81B-FBB365336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预约会议：把参会方和发起流程提前准备好</a:t>
            </a:r>
          </a:p>
        </p:txBody>
      </p:sp>
      <p:sp>
        <p:nvSpPr>
          <p:cNvPr id="28676" name="直接连接符 16386">
            <a:extLst>
              <a:ext uri="{FF2B5EF4-FFF2-40B4-BE49-F238E27FC236}">
                <a16:creationId xmlns:a16="http://schemas.microsoft.com/office/drawing/2014/main" id="{5EDAE39C-713A-4CBF-949A-6B3DE461ED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7" name="矩形 16387">
            <a:extLst>
              <a:ext uri="{FF2B5EF4-FFF2-40B4-BE49-F238E27FC236}">
                <a16:creationId xmlns:a16="http://schemas.microsoft.com/office/drawing/2014/main" id="{C3B5B5C2-91C1-4B76-A5DA-6AF8A81F6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28678" name="直接连接符 16388">
            <a:extLst>
              <a:ext uri="{FF2B5EF4-FFF2-40B4-BE49-F238E27FC236}">
                <a16:creationId xmlns:a16="http://schemas.microsoft.com/office/drawing/2014/main" id="{42A39C53-709F-4C3B-AF70-202B87F65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2789238"/>
            <a:ext cx="666750" cy="1587"/>
          </a:xfrm>
          <a:prstGeom prst="line">
            <a:avLst/>
          </a:prstGeom>
          <a:noFill/>
          <a:ln w="20160">
            <a:solidFill>
              <a:srgbClr val="2B6DE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9" name="直接连接符 16389">
            <a:extLst>
              <a:ext uri="{FF2B5EF4-FFF2-40B4-BE49-F238E27FC236}">
                <a16:creationId xmlns:a16="http://schemas.microsoft.com/office/drawing/2014/main" id="{9E180151-F81E-46C9-9652-D7CCD9949E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789238"/>
            <a:ext cx="666750" cy="1587"/>
          </a:xfrm>
          <a:prstGeom prst="line">
            <a:avLst/>
          </a:prstGeom>
          <a:noFill/>
          <a:ln w="20160">
            <a:solidFill>
              <a:srgbClr val="2B6DE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0" name="直接连接符 16390">
            <a:extLst>
              <a:ext uri="{FF2B5EF4-FFF2-40B4-BE49-F238E27FC236}">
                <a16:creationId xmlns:a16="http://schemas.microsoft.com/office/drawing/2014/main" id="{D2475B65-D21A-4C6B-80C8-1A0959D9F0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2875" y="2789238"/>
            <a:ext cx="666750" cy="1587"/>
          </a:xfrm>
          <a:prstGeom prst="line">
            <a:avLst/>
          </a:prstGeom>
          <a:noFill/>
          <a:ln w="20160">
            <a:solidFill>
              <a:srgbClr val="2B6DE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1" name="直接连接符 16391">
            <a:extLst>
              <a:ext uri="{FF2B5EF4-FFF2-40B4-BE49-F238E27FC236}">
                <a16:creationId xmlns:a16="http://schemas.microsoft.com/office/drawing/2014/main" id="{2EC5685E-E191-431E-B8CB-B112F90C8AB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0763" y="2789238"/>
            <a:ext cx="666750" cy="1587"/>
          </a:xfrm>
          <a:prstGeom prst="line">
            <a:avLst/>
          </a:prstGeom>
          <a:noFill/>
          <a:ln w="20160">
            <a:solidFill>
              <a:srgbClr val="2B6DE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2" name="圆角矩形 16392">
            <a:extLst>
              <a:ext uri="{FF2B5EF4-FFF2-40B4-BE49-F238E27FC236}">
                <a16:creationId xmlns:a16="http://schemas.microsoft.com/office/drawing/2014/main" id="{AACC23BA-593B-4C13-981A-72713F7E3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2286000"/>
            <a:ext cx="1371600" cy="960438"/>
          </a:xfrm>
          <a:prstGeom prst="roundRect">
            <a:avLst>
              <a:gd name="adj" fmla="val 9523"/>
            </a:avLst>
          </a:prstGeom>
          <a:solidFill>
            <a:srgbClr val="EAF1FF"/>
          </a:solidFill>
          <a:ln w="15120">
            <a:solidFill>
              <a:srgbClr val="2B6DEB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创建会议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填写主题</a:t>
            </a:r>
          </a:p>
        </p:txBody>
      </p:sp>
      <p:sp>
        <p:nvSpPr>
          <p:cNvPr id="28683" name="圆角矩形 16393">
            <a:extLst>
              <a:ext uri="{FF2B5EF4-FFF2-40B4-BE49-F238E27FC236}">
                <a16:creationId xmlns:a16="http://schemas.microsoft.com/office/drawing/2014/main" id="{4FAB27B3-0CCD-4862-B0D1-9BE9C6917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286000"/>
            <a:ext cx="1371600" cy="960438"/>
          </a:xfrm>
          <a:prstGeom prst="roundRect">
            <a:avLst>
              <a:gd name="adj" fmla="val 9523"/>
            </a:avLst>
          </a:prstGeom>
          <a:solidFill>
            <a:srgbClr val="E6F8F8"/>
          </a:solidFill>
          <a:ln w="15120">
            <a:solidFill>
              <a:srgbClr val="00A6A6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添加参会方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部门 </a:t>
            </a:r>
            <a:r>
              <a:rPr lang="en-US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/ </a:t>
            </a: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内线</a:t>
            </a:r>
          </a:p>
        </p:txBody>
      </p:sp>
      <p:sp>
        <p:nvSpPr>
          <p:cNvPr id="28684" name="圆角矩形 16394">
            <a:extLst>
              <a:ext uri="{FF2B5EF4-FFF2-40B4-BE49-F238E27FC236}">
                <a16:creationId xmlns:a16="http://schemas.microsoft.com/office/drawing/2014/main" id="{47CD1F11-1D7E-42FE-AE48-D67C6718A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2286000"/>
            <a:ext cx="1371600" cy="960438"/>
          </a:xfrm>
          <a:prstGeom prst="roundRect">
            <a:avLst>
              <a:gd name="adj" fmla="val 9523"/>
            </a:avLst>
          </a:prstGeom>
          <a:solidFill>
            <a:srgbClr val="FFF4E2"/>
          </a:solidFill>
          <a:ln w="15120">
            <a:solidFill>
              <a:srgbClr val="F59E0B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到时发起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打开会场</a:t>
            </a:r>
          </a:p>
        </p:txBody>
      </p:sp>
      <p:sp>
        <p:nvSpPr>
          <p:cNvPr id="28685" name="圆角矩形 16395">
            <a:extLst>
              <a:ext uri="{FF2B5EF4-FFF2-40B4-BE49-F238E27FC236}">
                <a16:creationId xmlns:a16="http://schemas.microsoft.com/office/drawing/2014/main" id="{7AF769BC-2DF3-42D4-9688-79394E93A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163" y="2286000"/>
            <a:ext cx="1371600" cy="960438"/>
          </a:xfrm>
          <a:prstGeom prst="roundRect">
            <a:avLst>
              <a:gd name="adj" fmla="val 9523"/>
            </a:avLst>
          </a:prstGeom>
          <a:solidFill>
            <a:srgbClr val="EAF7F0"/>
          </a:solidFill>
          <a:ln w="15120">
            <a:solidFill>
              <a:srgbClr val="35A779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呼叫入会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设置主讲</a:t>
            </a:r>
          </a:p>
        </p:txBody>
      </p:sp>
      <p:sp>
        <p:nvSpPr>
          <p:cNvPr id="28686" name="圆角矩形 16396">
            <a:extLst>
              <a:ext uri="{FF2B5EF4-FFF2-40B4-BE49-F238E27FC236}">
                <a16:creationId xmlns:a16="http://schemas.microsoft.com/office/drawing/2014/main" id="{F942C12F-4C7F-48FC-A74E-8620CE268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8638" y="2286000"/>
            <a:ext cx="1371600" cy="960438"/>
          </a:xfrm>
          <a:prstGeom prst="roundRect">
            <a:avLst>
              <a:gd name="adj" fmla="val 9523"/>
            </a:avLst>
          </a:prstGeom>
          <a:solidFill>
            <a:srgbClr val="F1F5FB"/>
          </a:solidFill>
          <a:ln w="15120">
            <a:solidFill>
              <a:srgbClr val="8AA2C0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结束归档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3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释放线路</a:t>
            </a:r>
          </a:p>
        </p:txBody>
      </p:sp>
      <p:sp>
        <p:nvSpPr>
          <p:cNvPr id="28687" name="圆角矩形 16397">
            <a:extLst>
              <a:ext uri="{FF2B5EF4-FFF2-40B4-BE49-F238E27FC236}">
                <a16:creationId xmlns:a16="http://schemas.microsoft.com/office/drawing/2014/main" id="{475E9A06-39F4-4C80-B324-45C63E600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160838"/>
            <a:ext cx="4708525" cy="93186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会议窗口能力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每个小窗口均可填写工单、呼叫用户、加入会议、撤出会议、拆线或清空。</a:t>
            </a:r>
          </a:p>
        </p:txBody>
      </p:sp>
      <p:sp>
        <p:nvSpPr>
          <p:cNvPr id="28688" name="直接连接符 16398">
            <a:extLst>
              <a:ext uri="{FF2B5EF4-FFF2-40B4-BE49-F238E27FC236}">
                <a16:creationId xmlns:a16="http://schemas.microsoft.com/office/drawing/2014/main" id="{735BACE3-948F-4CEF-ACD6-6A7C91FA7B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0138" y="3743325"/>
            <a:ext cx="4416425" cy="1588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9" name="圆角矩形 16399">
            <a:extLst>
              <a:ext uri="{FF2B5EF4-FFF2-40B4-BE49-F238E27FC236}">
                <a16:creationId xmlns:a16="http://schemas.microsoft.com/office/drawing/2014/main" id="{395055EF-FE26-4095-B113-2BD51F4B4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25" y="4160838"/>
            <a:ext cx="4708525" cy="93186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常用控制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获取语音焦点、全部呼叫、全部入会、指定主讲、隐藏会议、关闭会议。</a:t>
            </a:r>
          </a:p>
        </p:txBody>
      </p:sp>
      <p:sp>
        <p:nvSpPr>
          <p:cNvPr id="28690" name="直接连接符 16400">
            <a:extLst>
              <a:ext uri="{FF2B5EF4-FFF2-40B4-BE49-F238E27FC236}">
                <a16:creationId xmlns:a16="http://schemas.microsoft.com/office/drawing/2014/main" id="{216161EA-D475-488C-BB94-C1A5BFE33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5875" y="3741738"/>
            <a:ext cx="4416425" cy="1587"/>
          </a:xfrm>
          <a:prstGeom prst="line">
            <a:avLst/>
          </a:prstGeom>
          <a:noFill/>
          <a:ln w="25560">
            <a:solidFill>
              <a:srgbClr val="35A7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91" name="文本框 16401">
            <a:extLst>
              <a:ext uri="{FF2B5EF4-FFF2-40B4-BE49-F238E27FC236}">
                <a16:creationId xmlns:a16="http://schemas.microsoft.com/office/drawing/2014/main" id="{F14DA947-FC59-4D80-848B-BEF722E9E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76BF6F76-7A95-49AA-BDB2-09FB86A370F8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13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矩形 17408">
            <a:extLst>
              <a:ext uri="{FF2B5EF4-FFF2-40B4-BE49-F238E27FC236}">
                <a16:creationId xmlns:a16="http://schemas.microsoft.com/office/drawing/2014/main" id="{04642D54-AAEB-448D-AF69-E6732007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30723" name="矩形 17409">
            <a:extLst>
              <a:ext uri="{FF2B5EF4-FFF2-40B4-BE49-F238E27FC236}">
                <a16:creationId xmlns:a16="http://schemas.microsoft.com/office/drawing/2014/main" id="{A0C734A6-E4DF-47D3-82FF-756314976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即时会议：临时协同但不污染会议列表</a:t>
            </a:r>
          </a:p>
        </p:txBody>
      </p:sp>
      <p:sp>
        <p:nvSpPr>
          <p:cNvPr id="30724" name="直接连接符 17410">
            <a:extLst>
              <a:ext uri="{FF2B5EF4-FFF2-40B4-BE49-F238E27FC236}">
                <a16:creationId xmlns:a16="http://schemas.microsoft.com/office/drawing/2014/main" id="{22C5354E-412F-4860-AF23-176146B2B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5" name="矩形 17411">
            <a:extLst>
              <a:ext uri="{FF2B5EF4-FFF2-40B4-BE49-F238E27FC236}">
                <a16:creationId xmlns:a16="http://schemas.microsoft.com/office/drawing/2014/main" id="{82C83988-92E5-4606-B324-7D130E3B1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30726" name="圆角矩形 17412">
            <a:extLst>
              <a:ext uri="{FF2B5EF4-FFF2-40B4-BE49-F238E27FC236}">
                <a16:creationId xmlns:a16="http://schemas.microsoft.com/office/drawing/2014/main" id="{DA40A5DA-8385-41F1-A368-E3EDD2C20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1463675"/>
            <a:ext cx="3200400" cy="1004888"/>
          </a:xfrm>
          <a:prstGeom prst="roundRect">
            <a:avLst>
              <a:gd name="adj" fmla="val 7269"/>
            </a:avLst>
          </a:prstGeom>
          <a:solidFill>
            <a:srgbClr val="EAF1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发起方式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从菜单进入即时会议，输入主题、用途和主持席后直接打开会场。</a:t>
            </a:r>
          </a:p>
        </p:txBody>
      </p:sp>
      <p:sp>
        <p:nvSpPr>
          <p:cNvPr id="30727" name="直接连接符 17413">
            <a:extLst>
              <a:ext uri="{FF2B5EF4-FFF2-40B4-BE49-F238E27FC236}">
                <a16:creationId xmlns:a16="http://schemas.microsoft.com/office/drawing/2014/main" id="{DB5F0D46-B1B2-4BA1-928F-A71EDB299E81}"/>
              </a:ext>
            </a:extLst>
          </p:cNvPr>
          <p:cNvSpPr>
            <a:spLocks noChangeShapeType="1"/>
          </p:cNvSpPr>
          <p:nvPr/>
        </p:nvSpPr>
        <p:spPr bwMode="auto">
          <a:xfrm>
            <a:off x="965200" y="2708275"/>
            <a:ext cx="2908300" cy="1588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8" name="圆角矩形 17414">
            <a:extLst>
              <a:ext uri="{FF2B5EF4-FFF2-40B4-BE49-F238E27FC236}">
                <a16:creationId xmlns:a16="http://schemas.microsoft.com/office/drawing/2014/main" id="{693FA88F-9E46-4684-BDCC-598F6A21C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1463675"/>
            <a:ext cx="3200400" cy="1004888"/>
          </a:xfrm>
          <a:prstGeom prst="roundRect">
            <a:avLst>
              <a:gd name="adj" fmla="val 7269"/>
            </a:avLst>
          </a:prstGeom>
          <a:solidFill>
            <a:srgbClr val="E6F8F8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使用特点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不保存到预约会议列表；适合临时沟通、突发事件和跨班确认。</a:t>
            </a:r>
          </a:p>
        </p:txBody>
      </p:sp>
      <p:sp>
        <p:nvSpPr>
          <p:cNvPr id="30729" name="直接连接符 17415">
            <a:extLst>
              <a:ext uri="{FF2B5EF4-FFF2-40B4-BE49-F238E27FC236}">
                <a16:creationId xmlns:a16="http://schemas.microsoft.com/office/drawing/2014/main" id="{435180CD-1889-4947-9211-EA4B37D32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5650" y="2743200"/>
            <a:ext cx="2908300" cy="1588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0" name="圆角矩形 17416">
            <a:extLst>
              <a:ext uri="{FF2B5EF4-FFF2-40B4-BE49-F238E27FC236}">
                <a16:creationId xmlns:a16="http://schemas.microsoft.com/office/drawing/2014/main" id="{406AA937-1C70-409D-8770-4BAE22F1F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575" y="1463675"/>
            <a:ext cx="3200400" cy="1004888"/>
          </a:xfrm>
          <a:prstGeom prst="roundRect">
            <a:avLst>
              <a:gd name="adj" fmla="val 7269"/>
            </a:avLst>
          </a:prstGeom>
          <a:solidFill>
            <a:srgbClr val="FFF4E2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退出提醒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隐藏或关闭后，如主界面需要继续通话，应重新获取语音焦点。</a:t>
            </a:r>
          </a:p>
        </p:txBody>
      </p:sp>
      <p:sp>
        <p:nvSpPr>
          <p:cNvPr id="30731" name="直接连接符 17417">
            <a:extLst>
              <a:ext uri="{FF2B5EF4-FFF2-40B4-BE49-F238E27FC236}">
                <a16:creationId xmlns:a16="http://schemas.microsoft.com/office/drawing/2014/main" id="{D7AD307B-F021-435D-A2D8-48430C768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6588" y="2743200"/>
            <a:ext cx="2908300" cy="1588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32" name="圆角矩形 17418">
            <a:extLst>
              <a:ext uri="{FF2B5EF4-FFF2-40B4-BE49-F238E27FC236}">
                <a16:creationId xmlns:a16="http://schemas.microsoft.com/office/drawing/2014/main" id="{7FE12C28-2DDF-42C1-97E2-C48F3D443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25" y="3017838"/>
            <a:ext cx="9190038" cy="2286000"/>
          </a:xfrm>
          <a:prstGeom prst="roundRect">
            <a:avLst>
              <a:gd name="adj" fmla="val 3199"/>
            </a:avLst>
          </a:prstGeom>
          <a:solidFill>
            <a:srgbClr val="FFFFFF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33" name="圆角矩形 17419">
            <a:extLst>
              <a:ext uri="{FF2B5EF4-FFF2-40B4-BE49-F238E27FC236}">
                <a16:creationId xmlns:a16="http://schemas.microsoft.com/office/drawing/2014/main" id="{0BDADE6E-B4D3-45D5-9671-EC69E19F1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3548063"/>
            <a:ext cx="1042988" cy="712787"/>
          </a:xfrm>
          <a:prstGeom prst="roundRect">
            <a:avLst>
              <a:gd name="adj" fmla="val 7690"/>
            </a:avLst>
          </a:prstGeom>
          <a:solidFill>
            <a:srgbClr val="EAF1FF"/>
          </a:solidFill>
          <a:ln w="12600">
            <a:solidFill>
              <a:srgbClr val="2B6DE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34" name="矩形 17420">
            <a:extLst>
              <a:ext uri="{FF2B5EF4-FFF2-40B4-BE49-F238E27FC236}">
                <a16:creationId xmlns:a16="http://schemas.microsoft.com/office/drawing/2014/main" id="{A895FFE1-37A2-48F5-AB91-171CE2CCF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275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参会方 </a:t>
            </a:r>
            <a:r>
              <a:rPr lang="en-US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0735" name="圆角矩形 17421">
            <a:extLst>
              <a:ext uri="{FF2B5EF4-FFF2-40B4-BE49-F238E27FC236}">
                <a16:creationId xmlns:a16="http://schemas.microsoft.com/office/drawing/2014/main" id="{57A5AB7D-276A-4C3D-B010-7BFFF6637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548063"/>
            <a:ext cx="1042988" cy="712787"/>
          </a:xfrm>
          <a:prstGeom prst="roundRect">
            <a:avLst>
              <a:gd name="adj" fmla="val 7690"/>
            </a:avLst>
          </a:prstGeom>
          <a:solidFill>
            <a:srgbClr val="EAF7F0"/>
          </a:solidFill>
          <a:ln w="12600">
            <a:solidFill>
              <a:srgbClr val="35A779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36" name="矩形 17422">
            <a:extLst>
              <a:ext uri="{FF2B5EF4-FFF2-40B4-BE49-F238E27FC236}">
                <a16:creationId xmlns:a16="http://schemas.microsoft.com/office/drawing/2014/main" id="{EC7E5897-E978-468D-A89F-83336C466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0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参会方 </a:t>
            </a:r>
            <a:r>
              <a:rPr lang="en-US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0737" name="圆角矩形 17423">
            <a:extLst>
              <a:ext uri="{FF2B5EF4-FFF2-40B4-BE49-F238E27FC236}">
                <a16:creationId xmlns:a16="http://schemas.microsoft.com/office/drawing/2014/main" id="{48E939A7-8099-4305-9D4B-911F75494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3548063"/>
            <a:ext cx="1042988" cy="712787"/>
          </a:xfrm>
          <a:prstGeom prst="roundRect">
            <a:avLst>
              <a:gd name="adj" fmla="val 7690"/>
            </a:avLst>
          </a:prstGeom>
          <a:solidFill>
            <a:srgbClr val="EAF1FF"/>
          </a:solidFill>
          <a:ln w="12600">
            <a:solidFill>
              <a:srgbClr val="2B6DE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38" name="矩形 17424">
            <a:extLst>
              <a:ext uri="{FF2B5EF4-FFF2-40B4-BE49-F238E27FC236}">
                <a16:creationId xmlns:a16="http://schemas.microsoft.com/office/drawing/2014/main" id="{FB89B89C-D8AC-430D-9ED1-11DCC6759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525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参会方 </a:t>
            </a:r>
            <a:r>
              <a:rPr lang="en-US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0739" name="圆角矩形 17425">
            <a:extLst>
              <a:ext uri="{FF2B5EF4-FFF2-40B4-BE49-F238E27FC236}">
                <a16:creationId xmlns:a16="http://schemas.microsoft.com/office/drawing/2014/main" id="{7A449ADF-7942-45FA-8472-8FBBCB0B4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650" y="3548063"/>
            <a:ext cx="1042988" cy="712787"/>
          </a:xfrm>
          <a:prstGeom prst="roundRect">
            <a:avLst>
              <a:gd name="adj" fmla="val 7690"/>
            </a:avLst>
          </a:prstGeom>
          <a:solidFill>
            <a:srgbClr val="EAF7F0"/>
          </a:solidFill>
          <a:ln w="12600">
            <a:solidFill>
              <a:srgbClr val="35A779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40" name="矩形 17426">
            <a:extLst>
              <a:ext uri="{FF2B5EF4-FFF2-40B4-BE49-F238E27FC236}">
                <a16:creationId xmlns:a16="http://schemas.microsoft.com/office/drawing/2014/main" id="{8661B76A-4392-4F3E-B524-FC5D65E9E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150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参会方 </a:t>
            </a:r>
            <a:r>
              <a:rPr lang="en-US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0741" name="圆角矩形 17427">
            <a:extLst>
              <a:ext uri="{FF2B5EF4-FFF2-40B4-BE49-F238E27FC236}">
                <a16:creationId xmlns:a16="http://schemas.microsoft.com/office/drawing/2014/main" id="{9ACC6B54-5A77-4159-A2EA-D90C3C478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275" y="3548063"/>
            <a:ext cx="1042988" cy="712787"/>
          </a:xfrm>
          <a:prstGeom prst="roundRect">
            <a:avLst>
              <a:gd name="adj" fmla="val 7690"/>
            </a:avLst>
          </a:prstGeom>
          <a:solidFill>
            <a:srgbClr val="EAF1FF"/>
          </a:solidFill>
          <a:ln w="12600">
            <a:solidFill>
              <a:srgbClr val="2B6DEB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42" name="矩形 17428">
            <a:extLst>
              <a:ext uri="{FF2B5EF4-FFF2-40B4-BE49-F238E27FC236}">
                <a16:creationId xmlns:a16="http://schemas.microsoft.com/office/drawing/2014/main" id="{8CC0CB3E-A185-4815-B202-387B80450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7775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参会方 </a:t>
            </a:r>
            <a:r>
              <a:rPr lang="en-US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0743" name="圆角矩形 17429">
            <a:extLst>
              <a:ext uri="{FF2B5EF4-FFF2-40B4-BE49-F238E27FC236}">
                <a16:creationId xmlns:a16="http://schemas.microsoft.com/office/drawing/2014/main" id="{67699E9F-3C1C-4EDE-9131-FB8B29A11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8900" y="3548063"/>
            <a:ext cx="1042988" cy="712787"/>
          </a:xfrm>
          <a:prstGeom prst="roundRect">
            <a:avLst>
              <a:gd name="adj" fmla="val 7690"/>
            </a:avLst>
          </a:prstGeom>
          <a:solidFill>
            <a:srgbClr val="EAF7F0"/>
          </a:solidFill>
          <a:ln w="12600">
            <a:solidFill>
              <a:srgbClr val="35A779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44" name="矩形 17430">
            <a:extLst>
              <a:ext uri="{FF2B5EF4-FFF2-40B4-BE49-F238E27FC236}">
                <a16:creationId xmlns:a16="http://schemas.microsoft.com/office/drawing/2014/main" id="{F2A1BAF4-9762-46A0-B0EA-D319EC295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3988" y="3767138"/>
            <a:ext cx="914400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参会方 </a:t>
            </a:r>
            <a:r>
              <a:rPr lang="en-US" altLang="zh-CN" sz="8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0745" name="矩形 17431">
            <a:extLst>
              <a:ext uri="{FF2B5EF4-FFF2-40B4-BE49-F238E27FC236}">
                <a16:creationId xmlns:a16="http://schemas.microsoft.com/office/drawing/2014/main" id="{0CCDD1FB-CE23-4BE1-B443-D61A5FA25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4737100"/>
            <a:ext cx="7589838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400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会场窗口支持独立呼叫、入会、撤出、清空与主讲人控制。</a:t>
            </a:r>
          </a:p>
        </p:txBody>
      </p:sp>
      <p:sp>
        <p:nvSpPr>
          <p:cNvPr id="30746" name="文本框 17432">
            <a:extLst>
              <a:ext uri="{FF2B5EF4-FFF2-40B4-BE49-F238E27FC236}">
                <a16:creationId xmlns:a16="http://schemas.microsoft.com/office/drawing/2014/main" id="{A311E773-E5FD-43B1-9B3B-0DEF2BF1C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FDC519B4-9C38-4EB3-A918-4DF69CB0915C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14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18432">
            <a:extLst>
              <a:ext uri="{FF2B5EF4-FFF2-40B4-BE49-F238E27FC236}">
                <a16:creationId xmlns:a16="http://schemas.microsoft.com/office/drawing/2014/main" id="{F749D0AD-F2D5-4B7F-B2F0-2196C3E2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32771" name="矩形 18433">
            <a:extLst>
              <a:ext uri="{FF2B5EF4-FFF2-40B4-BE49-F238E27FC236}">
                <a16:creationId xmlns:a16="http://schemas.microsoft.com/office/drawing/2014/main" id="{DE826925-6EE9-4332-91D8-EB718CC56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座席互联：用于班组内快速沟通</a:t>
            </a:r>
          </a:p>
        </p:txBody>
      </p:sp>
      <p:sp>
        <p:nvSpPr>
          <p:cNvPr id="32772" name="直接连接符 18434">
            <a:extLst>
              <a:ext uri="{FF2B5EF4-FFF2-40B4-BE49-F238E27FC236}">
                <a16:creationId xmlns:a16="http://schemas.microsoft.com/office/drawing/2014/main" id="{DE9EC338-80AB-44F2-830F-2B634A001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3" name="矩形 18435">
            <a:extLst>
              <a:ext uri="{FF2B5EF4-FFF2-40B4-BE49-F238E27FC236}">
                <a16:creationId xmlns:a16="http://schemas.microsoft.com/office/drawing/2014/main" id="{002CEFFA-05D2-40B2-879A-F909981BD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32774" name="直接连接符 18436">
            <a:extLst>
              <a:ext uri="{FF2B5EF4-FFF2-40B4-BE49-F238E27FC236}">
                <a16:creationId xmlns:a16="http://schemas.microsoft.com/office/drawing/2014/main" id="{55EC0E7B-9E36-430F-9CA6-0DA8E3A47F43}"/>
              </a:ext>
            </a:extLst>
          </p:cNvPr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794125" y="2908300"/>
            <a:ext cx="3475038" cy="1588"/>
          </a:xfrm>
          <a:prstGeom prst="line">
            <a:avLst/>
          </a:prstGeom>
          <a:noFill/>
          <a:ln w="20160">
            <a:solidFill>
              <a:srgbClr val="00A6A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5" name="直接连接符 18437">
            <a:extLst>
              <a:ext uri="{FF2B5EF4-FFF2-40B4-BE49-F238E27FC236}">
                <a16:creationId xmlns:a16="http://schemas.microsoft.com/office/drawing/2014/main" id="{E0D33771-93FA-4093-81C4-CB59DA2CC16C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H="1">
            <a:off x="3795713" y="3273425"/>
            <a:ext cx="3475037" cy="1588"/>
          </a:xfrm>
          <a:prstGeom prst="line">
            <a:avLst/>
          </a:prstGeom>
          <a:noFill/>
          <a:ln w="17640">
            <a:solidFill>
              <a:srgbClr val="F59E0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6" name="圆角矩形 18438">
            <a:extLst>
              <a:ext uri="{FF2B5EF4-FFF2-40B4-BE49-F238E27FC236}">
                <a16:creationId xmlns:a16="http://schemas.microsoft.com/office/drawing/2014/main" id="{ED91E1E0-E87D-485E-B267-1B4BA988182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17638" y="2305050"/>
            <a:ext cx="2103437" cy="1233488"/>
          </a:xfrm>
          <a:prstGeom prst="roundRect">
            <a:avLst>
              <a:gd name="adj" fmla="val 7403"/>
            </a:avLst>
          </a:prstGeom>
          <a:solidFill>
            <a:srgbClr val="EAF1FF"/>
          </a:solidFill>
          <a:ln w="15120">
            <a:solidFill>
              <a:srgbClr val="2B6DEB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坐席 </a:t>
            </a:r>
            <a:r>
              <a:rPr lang="en-US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A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发起互联</a:t>
            </a:r>
          </a:p>
        </p:txBody>
      </p:sp>
      <p:sp>
        <p:nvSpPr>
          <p:cNvPr id="32777" name="圆角矩形 18439">
            <a:extLst>
              <a:ext uri="{FF2B5EF4-FFF2-40B4-BE49-F238E27FC236}">
                <a16:creationId xmlns:a16="http://schemas.microsoft.com/office/drawing/2014/main" id="{27C0260A-DF2D-4976-9757-E1A3249B0A7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497763" y="2305050"/>
            <a:ext cx="2103437" cy="1233488"/>
          </a:xfrm>
          <a:prstGeom prst="roundRect">
            <a:avLst>
              <a:gd name="adj" fmla="val 7403"/>
            </a:avLst>
          </a:prstGeom>
          <a:solidFill>
            <a:srgbClr val="E6F8F8"/>
          </a:solidFill>
          <a:ln w="15120">
            <a:solidFill>
              <a:srgbClr val="00A6A6"/>
            </a:solidFill>
            <a:round/>
            <a:headEnd/>
            <a:tailEnd/>
          </a:ln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坐席 </a:t>
            </a:r>
            <a:r>
              <a:rPr lang="en-US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B</a:t>
            </a:r>
          </a:p>
          <a:p>
            <a:pPr algn="ctr" hangingPunct="1">
              <a:lnSpc>
                <a:spcPct val="100000"/>
              </a:lnSpc>
            </a:pPr>
            <a:r>
              <a:rPr lang="zh-CN" altLang="zh-CN" sz="1500" b="1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确认接入</a:t>
            </a:r>
          </a:p>
        </p:txBody>
      </p:sp>
      <p:sp>
        <p:nvSpPr>
          <p:cNvPr id="32778" name="圆角矩形 18440">
            <a:extLst>
              <a:ext uri="{FF2B5EF4-FFF2-40B4-BE49-F238E27FC236}">
                <a16:creationId xmlns:a16="http://schemas.microsoft.com/office/drawing/2014/main" id="{C83E23DE-885D-4984-9626-E3237C57400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4400" y="4664075"/>
            <a:ext cx="4662488" cy="960438"/>
          </a:xfrm>
          <a:prstGeom prst="roundRect">
            <a:avLst>
              <a:gd name="adj" fmla="val 7616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启用场景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用于班组沟通、协助排障、交接说明；由发起方申请，接收方确认后建立。</a:t>
            </a:r>
          </a:p>
        </p:txBody>
      </p:sp>
      <p:sp>
        <p:nvSpPr>
          <p:cNvPr id="32779" name="直接连接符 18441">
            <a:extLst>
              <a:ext uri="{FF2B5EF4-FFF2-40B4-BE49-F238E27FC236}">
                <a16:creationId xmlns:a16="http://schemas.microsoft.com/office/drawing/2014/main" id="{4B1D52E7-53D0-485A-BBB7-16571C2C913B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060450" y="4103688"/>
            <a:ext cx="4370388" cy="1587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0" name="圆角矩形 18442">
            <a:extLst>
              <a:ext uri="{FF2B5EF4-FFF2-40B4-BE49-F238E27FC236}">
                <a16:creationId xmlns:a16="http://schemas.microsoft.com/office/drawing/2014/main" id="{B74C814B-669E-4EF6-A45E-8D335D3124CB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72200" y="4664075"/>
            <a:ext cx="4662488" cy="960438"/>
          </a:xfrm>
          <a:prstGeom prst="roundRect">
            <a:avLst>
              <a:gd name="adj" fmla="val 7616"/>
            </a:avLst>
          </a:prstGeom>
          <a:solidFill>
            <a:srgbClr val="FFF4E2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状态限制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互联期间不进行新的接续或外呼；取消后恢复正常业务操作。</a:t>
            </a:r>
          </a:p>
        </p:txBody>
      </p:sp>
      <p:sp>
        <p:nvSpPr>
          <p:cNvPr id="32781" name="直接连接符 18443">
            <a:extLst>
              <a:ext uri="{FF2B5EF4-FFF2-40B4-BE49-F238E27FC236}">
                <a16:creationId xmlns:a16="http://schemas.microsoft.com/office/drawing/2014/main" id="{A2912804-BC89-4EA0-9951-BF27EE49406C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6321425" y="4100513"/>
            <a:ext cx="4370388" cy="1587"/>
          </a:xfrm>
          <a:prstGeom prst="line">
            <a:avLst/>
          </a:prstGeom>
          <a:noFill/>
          <a:ln w="25560">
            <a:solidFill>
              <a:srgbClr val="F59E0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82" name="文本框 18444">
            <a:extLst>
              <a:ext uri="{FF2B5EF4-FFF2-40B4-BE49-F238E27FC236}">
                <a16:creationId xmlns:a16="http://schemas.microsoft.com/office/drawing/2014/main" id="{B6745114-0922-4444-9FDD-951EF534F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10E769FD-AD75-4EBD-851D-3777C9573389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15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矩形 19456">
            <a:extLst>
              <a:ext uri="{FF2B5EF4-FFF2-40B4-BE49-F238E27FC236}">
                <a16:creationId xmlns:a16="http://schemas.microsoft.com/office/drawing/2014/main" id="{C0340617-8D2F-4BA3-8007-7B2CE1A81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34819" name="矩形 19457">
            <a:extLst>
              <a:ext uri="{FF2B5EF4-FFF2-40B4-BE49-F238E27FC236}">
                <a16:creationId xmlns:a16="http://schemas.microsoft.com/office/drawing/2014/main" id="{56286E58-FE14-49B2-9425-45CD71AF7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工单列表与预约回呼：让未完成事项可追踪</a:t>
            </a:r>
          </a:p>
        </p:txBody>
      </p:sp>
      <p:sp>
        <p:nvSpPr>
          <p:cNvPr id="34820" name="直接连接符 19458">
            <a:extLst>
              <a:ext uri="{FF2B5EF4-FFF2-40B4-BE49-F238E27FC236}">
                <a16:creationId xmlns:a16="http://schemas.microsoft.com/office/drawing/2014/main" id="{FCBD1B5B-7890-4F6F-B5E6-FEACFF992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1" name="矩形 19459">
            <a:extLst>
              <a:ext uri="{FF2B5EF4-FFF2-40B4-BE49-F238E27FC236}">
                <a16:creationId xmlns:a16="http://schemas.microsoft.com/office/drawing/2014/main" id="{DB868E66-F684-4F80-B47D-C07CF83C4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34822" name="圆角矩形 19460">
            <a:extLst>
              <a:ext uri="{FF2B5EF4-FFF2-40B4-BE49-F238E27FC236}">
                <a16:creationId xmlns:a16="http://schemas.microsoft.com/office/drawing/2014/main" id="{7C94E8DA-B310-47CC-BF76-DB052FEB9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1417638"/>
            <a:ext cx="5303837" cy="4297362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600">
            <a:solidFill>
              <a:srgbClr val="D7E3F3"/>
            </a:solidFill>
            <a:round/>
            <a:headEnd/>
            <a:tailEnd/>
          </a:ln>
        </p:spPr>
        <p:txBody>
          <a:bodyPr/>
          <a:lstStyle/>
          <a:p>
            <a:pPr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4823" name="矩形 19461">
            <a:extLst>
              <a:ext uri="{FF2B5EF4-FFF2-40B4-BE49-F238E27FC236}">
                <a16:creationId xmlns:a16="http://schemas.microsoft.com/office/drawing/2014/main" id="{6162A5F4-0E85-4735-8860-2F18771D4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50" y="1736725"/>
            <a:ext cx="2560638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9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当前窗口工单列表</a:t>
            </a:r>
          </a:p>
        </p:txBody>
      </p:sp>
      <p:sp>
        <p:nvSpPr>
          <p:cNvPr id="34824" name="矩形 19462">
            <a:extLst>
              <a:ext uri="{FF2B5EF4-FFF2-40B4-BE49-F238E27FC236}">
                <a16:creationId xmlns:a16="http://schemas.microsoft.com/office/drawing/2014/main" id="{A35B80DB-1A02-4967-BABF-6D6B1837E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2286000"/>
            <a:ext cx="1096962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100" b="1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时间</a:t>
            </a:r>
          </a:p>
        </p:txBody>
      </p:sp>
      <p:sp>
        <p:nvSpPr>
          <p:cNvPr id="34825" name="矩形 19463">
            <a:extLst>
              <a:ext uri="{FF2B5EF4-FFF2-40B4-BE49-F238E27FC236}">
                <a16:creationId xmlns:a16="http://schemas.microsoft.com/office/drawing/2014/main" id="{6FA9FD39-B7BE-4257-9120-5AFF39920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286000"/>
            <a:ext cx="1096963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100" b="1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对象</a:t>
            </a:r>
          </a:p>
        </p:txBody>
      </p:sp>
      <p:sp>
        <p:nvSpPr>
          <p:cNvPr id="34826" name="矩形 19464">
            <a:extLst>
              <a:ext uri="{FF2B5EF4-FFF2-40B4-BE49-F238E27FC236}">
                <a16:creationId xmlns:a16="http://schemas.microsoft.com/office/drawing/2014/main" id="{672B9515-20F8-4D0A-A8F5-829CC1A4B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38" y="2286000"/>
            <a:ext cx="1096962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100" b="1">
                <a:solidFill>
                  <a:srgbClr val="6B7A90"/>
                </a:solidFill>
                <a:latin typeface="Noto Sans CJK SC" charset="0"/>
                <a:ea typeface="宋体" panose="02010600030101010101" pitchFamily="2" charset="-122"/>
              </a:rPr>
              <a:t>状态</a:t>
            </a:r>
          </a:p>
        </p:txBody>
      </p:sp>
      <p:sp>
        <p:nvSpPr>
          <p:cNvPr id="34827" name="直接连接符 19465">
            <a:extLst>
              <a:ext uri="{FF2B5EF4-FFF2-40B4-BE49-F238E27FC236}">
                <a16:creationId xmlns:a16="http://schemas.microsoft.com/office/drawing/2014/main" id="{47083AD3-FEFD-4D36-B96B-48C725DC6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450" y="2606675"/>
            <a:ext cx="4479925" cy="1588"/>
          </a:xfrm>
          <a:prstGeom prst="line">
            <a:avLst/>
          </a:prstGeom>
          <a:noFill/>
          <a:ln w="10080">
            <a:solidFill>
              <a:srgbClr val="E2EAF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8" name="矩形 19466">
            <a:extLst>
              <a:ext uri="{FF2B5EF4-FFF2-40B4-BE49-F238E27FC236}">
                <a16:creationId xmlns:a16="http://schemas.microsoft.com/office/drawing/2014/main" id="{EE30BFBB-1876-400E-BB99-FA6B5757B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2697163"/>
            <a:ext cx="960437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09:15</a:t>
            </a:r>
          </a:p>
        </p:txBody>
      </p:sp>
      <p:sp>
        <p:nvSpPr>
          <p:cNvPr id="34829" name="矩形 19467">
            <a:extLst>
              <a:ext uri="{FF2B5EF4-FFF2-40B4-BE49-F238E27FC236}">
                <a16:creationId xmlns:a16="http://schemas.microsoft.com/office/drawing/2014/main" id="{7EEEA11A-38B8-4CB9-A5FC-ADD28DFB7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697163"/>
            <a:ext cx="1050925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维修组</a:t>
            </a:r>
          </a:p>
        </p:txBody>
      </p:sp>
      <p:sp>
        <p:nvSpPr>
          <p:cNvPr id="34830" name="矩形 19468">
            <a:extLst>
              <a:ext uri="{FF2B5EF4-FFF2-40B4-BE49-F238E27FC236}">
                <a16:creationId xmlns:a16="http://schemas.microsoft.com/office/drawing/2014/main" id="{F0E76A3A-A870-4C0E-ACBF-AE8E7EF05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2697163"/>
            <a:ext cx="1050925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待呼出</a:t>
            </a:r>
          </a:p>
        </p:txBody>
      </p:sp>
      <p:sp>
        <p:nvSpPr>
          <p:cNvPr id="34831" name="直接连接符 19469">
            <a:extLst>
              <a:ext uri="{FF2B5EF4-FFF2-40B4-BE49-F238E27FC236}">
                <a16:creationId xmlns:a16="http://schemas.microsoft.com/office/drawing/2014/main" id="{D1D569B3-CA8A-4756-9018-8222AF376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450" y="3081338"/>
            <a:ext cx="4479925" cy="1587"/>
          </a:xfrm>
          <a:prstGeom prst="line">
            <a:avLst/>
          </a:prstGeom>
          <a:noFill/>
          <a:ln w="10080">
            <a:solidFill>
              <a:srgbClr val="E2EAF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2" name="矩形 19470">
            <a:extLst>
              <a:ext uri="{FF2B5EF4-FFF2-40B4-BE49-F238E27FC236}">
                <a16:creationId xmlns:a16="http://schemas.microsoft.com/office/drawing/2014/main" id="{115AD1E7-2DF7-4BE3-B2B8-A067B1A24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3173413"/>
            <a:ext cx="960437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09:31</a:t>
            </a:r>
          </a:p>
        </p:txBody>
      </p:sp>
      <p:sp>
        <p:nvSpPr>
          <p:cNvPr id="34833" name="矩形 19471">
            <a:extLst>
              <a:ext uri="{FF2B5EF4-FFF2-40B4-BE49-F238E27FC236}">
                <a16:creationId xmlns:a16="http://schemas.microsoft.com/office/drawing/2014/main" id="{170B10E5-7FE2-472B-90BB-AB14B6B70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73413"/>
            <a:ext cx="1050925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门岗室</a:t>
            </a:r>
          </a:p>
        </p:txBody>
      </p:sp>
      <p:sp>
        <p:nvSpPr>
          <p:cNvPr id="34834" name="矩形 19472">
            <a:extLst>
              <a:ext uri="{FF2B5EF4-FFF2-40B4-BE49-F238E27FC236}">
                <a16:creationId xmlns:a16="http://schemas.microsoft.com/office/drawing/2014/main" id="{AD484FBD-51C3-44E4-90A1-8EAA4A430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3173413"/>
            <a:ext cx="1050925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已保持</a:t>
            </a:r>
          </a:p>
        </p:txBody>
      </p:sp>
      <p:sp>
        <p:nvSpPr>
          <p:cNvPr id="34835" name="直接连接符 19473">
            <a:extLst>
              <a:ext uri="{FF2B5EF4-FFF2-40B4-BE49-F238E27FC236}">
                <a16:creationId xmlns:a16="http://schemas.microsoft.com/office/drawing/2014/main" id="{B8429295-9FF2-451A-B859-CA53AD520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450" y="3557588"/>
            <a:ext cx="4479925" cy="1587"/>
          </a:xfrm>
          <a:prstGeom prst="line">
            <a:avLst/>
          </a:prstGeom>
          <a:noFill/>
          <a:ln w="10080">
            <a:solidFill>
              <a:srgbClr val="E2EAF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36" name="矩形 19474">
            <a:extLst>
              <a:ext uri="{FF2B5EF4-FFF2-40B4-BE49-F238E27FC236}">
                <a16:creationId xmlns:a16="http://schemas.microsoft.com/office/drawing/2014/main" id="{E5B8C3A6-B519-46C7-9E1E-CA0D0FF21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3648075"/>
            <a:ext cx="960437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10:05</a:t>
            </a:r>
          </a:p>
        </p:txBody>
      </p:sp>
      <p:sp>
        <p:nvSpPr>
          <p:cNvPr id="34837" name="矩形 19475">
            <a:extLst>
              <a:ext uri="{FF2B5EF4-FFF2-40B4-BE49-F238E27FC236}">
                <a16:creationId xmlns:a16="http://schemas.microsoft.com/office/drawing/2014/main" id="{FBA095B8-C512-4D94-98D6-7B55C8E2D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648075"/>
            <a:ext cx="1050925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物流点</a:t>
            </a:r>
          </a:p>
        </p:txBody>
      </p:sp>
      <p:sp>
        <p:nvSpPr>
          <p:cNvPr id="34838" name="矩形 19476">
            <a:extLst>
              <a:ext uri="{FF2B5EF4-FFF2-40B4-BE49-F238E27FC236}">
                <a16:creationId xmlns:a16="http://schemas.microsoft.com/office/drawing/2014/main" id="{AD99F73C-0811-44DD-98CC-46C90603A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3648075"/>
            <a:ext cx="1050925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待回访</a:t>
            </a:r>
          </a:p>
        </p:txBody>
      </p:sp>
      <p:sp>
        <p:nvSpPr>
          <p:cNvPr id="34839" name="直接连接符 19477">
            <a:extLst>
              <a:ext uri="{FF2B5EF4-FFF2-40B4-BE49-F238E27FC236}">
                <a16:creationId xmlns:a16="http://schemas.microsoft.com/office/drawing/2014/main" id="{98033AE1-2BB5-4E75-9A09-E6CA0068C9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450" y="4032250"/>
            <a:ext cx="4479925" cy="1588"/>
          </a:xfrm>
          <a:prstGeom prst="line">
            <a:avLst/>
          </a:prstGeom>
          <a:noFill/>
          <a:ln w="10080">
            <a:solidFill>
              <a:srgbClr val="E2EAF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0" name="矩形 19478">
            <a:extLst>
              <a:ext uri="{FF2B5EF4-FFF2-40B4-BE49-F238E27FC236}">
                <a16:creationId xmlns:a16="http://schemas.microsoft.com/office/drawing/2014/main" id="{A737B1CA-D96B-4AA1-A2BA-D566BCC77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4124325"/>
            <a:ext cx="960437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10:42</a:t>
            </a:r>
          </a:p>
        </p:txBody>
      </p:sp>
      <p:sp>
        <p:nvSpPr>
          <p:cNvPr id="34841" name="矩形 19479">
            <a:extLst>
              <a:ext uri="{FF2B5EF4-FFF2-40B4-BE49-F238E27FC236}">
                <a16:creationId xmlns:a16="http://schemas.microsoft.com/office/drawing/2014/main" id="{F5795135-042F-4CF8-9B20-8D9525791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24325"/>
            <a:ext cx="1050925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安防岗</a:t>
            </a:r>
          </a:p>
        </p:txBody>
      </p:sp>
      <p:sp>
        <p:nvSpPr>
          <p:cNvPr id="34842" name="矩形 19480">
            <a:extLst>
              <a:ext uri="{FF2B5EF4-FFF2-40B4-BE49-F238E27FC236}">
                <a16:creationId xmlns:a16="http://schemas.microsoft.com/office/drawing/2014/main" id="{BE5D5BBA-0EA0-4C4F-9017-9EEF17253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275" y="4124325"/>
            <a:ext cx="1050925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0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已完成</a:t>
            </a:r>
          </a:p>
        </p:txBody>
      </p:sp>
      <p:sp>
        <p:nvSpPr>
          <p:cNvPr id="34843" name="圆角矩形 19481">
            <a:extLst>
              <a:ext uri="{FF2B5EF4-FFF2-40B4-BE49-F238E27FC236}">
                <a16:creationId xmlns:a16="http://schemas.microsoft.com/office/drawing/2014/main" id="{40B86C5C-ACC6-46E2-8583-BA1961795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325" y="1554163"/>
            <a:ext cx="4343400" cy="1023937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列表操作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可从接续窗口或工单窗口调出列表；多个工单按处理顺序保存后再统一提交。</a:t>
            </a:r>
          </a:p>
        </p:txBody>
      </p:sp>
      <p:sp>
        <p:nvSpPr>
          <p:cNvPr id="34844" name="直接连接符 19482">
            <a:extLst>
              <a:ext uri="{FF2B5EF4-FFF2-40B4-BE49-F238E27FC236}">
                <a16:creationId xmlns:a16="http://schemas.microsoft.com/office/drawing/2014/main" id="{7795854F-0B13-4799-9EDA-D1689AAEA9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5750" y="2762250"/>
            <a:ext cx="4051300" cy="1588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5" name="圆角矩形 19483">
            <a:extLst>
              <a:ext uri="{FF2B5EF4-FFF2-40B4-BE49-F238E27FC236}">
                <a16:creationId xmlns:a16="http://schemas.microsoft.com/office/drawing/2014/main" id="{D9338FD7-2D32-4402-B472-4BD8C98CF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325" y="2971800"/>
            <a:ext cx="4343400" cy="1023938"/>
          </a:xfrm>
          <a:prstGeom prst="roundRect">
            <a:avLst>
              <a:gd name="adj" fmla="val 7139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预约回呼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填写对象、说明和预约时间；到时前由指定座席收到提醒并取下工单。</a:t>
            </a:r>
          </a:p>
        </p:txBody>
      </p:sp>
      <p:sp>
        <p:nvSpPr>
          <p:cNvPr id="34846" name="直接连接符 19484">
            <a:extLst>
              <a:ext uri="{FF2B5EF4-FFF2-40B4-BE49-F238E27FC236}">
                <a16:creationId xmlns:a16="http://schemas.microsoft.com/office/drawing/2014/main" id="{7C9F4B71-61BB-479B-9E0F-91901DD9A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5750" y="4191000"/>
            <a:ext cx="4051300" cy="1588"/>
          </a:xfrm>
          <a:prstGeom prst="line">
            <a:avLst/>
          </a:prstGeom>
          <a:noFill/>
          <a:ln w="25560">
            <a:solidFill>
              <a:srgbClr val="00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7" name="圆角矩形 19485">
            <a:extLst>
              <a:ext uri="{FF2B5EF4-FFF2-40B4-BE49-F238E27FC236}">
                <a16:creationId xmlns:a16="http://schemas.microsoft.com/office/drawing/2014/main" id="{31B3C093-5297-434C-889E-4B271AEC9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325" y="4389438"/>
            <a:ext cx="4343400" cy="1023937"/>
          </a:xfrm>
          <a:prstGeom prst="roundRect">
            <a:avLst>
              <a:gd name="adj" fmla="val 7139"/>
            </a:avLst>
          </a:prstGeom>
          <a:solidFill>
            <a:srgbClr val="EAF7F0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值守记录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回呼、撤销、转接、完成均写入操作日志，便于班组复盘。</a:t>
            </a:r>
          </a:p>
        </p:txBody>
      </p:sp>
      <p:sp>
        <p:nvSpPr>
          <p:cNvPr id="34848" name="直接连接符 19486">
            <a:extLst>
              <a:ext uri="{FF2B5EF4-FFF2-40B4-BE49-F238E27FC236}">
                <a16:creationId xmlns:a16="http://schemas.microsoft.com/office/drawing/2014/main" id="{E22C5FC2-112B-4E51-B450-4DA3A9052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0813" y="5678488"/>
            <a:ext cx="4051300" cy="1587"/>
          </a:xfrm>
          <a:prstGeom prst="line">
            <a:avLst/>
          </a:prstGeom>
          <a:noFill/>
          <a:ln w="25560">
            <a:solidFill>
              <a:srgbClr val="35A7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9" name="文本框 19487">
            <a:extLst>
              <a:ext uri="{FF2B5EF4-FFF2-40B4-BE49-F238E27FC236}">
                <a16:creationId xmlns:a16="http://schemas.microsoft.com/office/drawing/2014/main" id="{7B4CE1E4-AB54-4062-A542-2E004ECF7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404A9ED3-C70D-4DE3-9278-174AE051C944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16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矩形 20480">
            <a:extLst>
              <a:ext uri="{FF2B5EF4-FFF2-40B4-BE49-F238E27FC236}">
                <a16:creationId xmlns:a16="http://schemas.microsoft.com/office/drawing/2014/main" id="{14BED070-D71C-4E0E-8E88-984C54C6F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328613"/>
            <a:ext cx="23764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9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操作培训</a:t>
            </a:r>
          </a:p>
        </p:txBody>
      </p:sp>
      <p:sp>
        <p:nvSpPr>
          <p:cNvPr id="36867" name="矩形 20481">
            <a:extLst>
              <a:ext uri="{FF2B5EF4-FFF2-40B4-BE49-F238E27FC236}">
                <a16:creationId xmlns:a16="http://schemas.microsoft.com/office/drawing/2014/main" id="{2496127D-A489-470B-B702-703C5815B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66738"/>
            <a:ext cx="859472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2600" b="1">
                <a:solidFill>
                  <a:srgbClr val="172A4A"/>
                </a:solidFill>
                <a:latin typeface="Noto Sans CJK SC" charset="0"/>
                <a:ea typeface="宋体" panose="02010600030101010101" pitchFamily="2" charset="-122"/>
              </a:rPr>
              <a:t>主菜单：按业务动作重新归类</a:t>
            </a:r>
          </a:p>
        </p:txBody>
      </p:sp>
      <p:sp>
        <p:nvSpPr>
          <p:cNvPr id="36868" name="直接连接符 20482">
            <a:extLst>
              <a:ext uri="{FF2B5EF4-FFF2-40B4-BE49-F238E27FC236}">
                <a16:creationId xmlns:a16="http://schemas.microsoft.com/office/drawing/2014/main" id="{8F257C98-DCB3-4AF3-B5DA-16AC1C76C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133475"/>
            <a:ext cx="11018838" cy="1588"/>
          </a:xfrm>
          <a:prstGeom prst="line">
            <a:avLst/>
          </a:prstGeom>
          <a:noFill/>
          <a:ln w="12600">
            <a:solidFill>
              <a:srgbClr val="C7D4E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9" name="矩形 20483">
            <a:extLst>
              <a:ext uri="{FF2B5EF4-FFF2-40B4-BE49-F238E27FC236}">
                <a16:creationId xmlns:a16="http://schemas.microsoft.com/office/drawing/2014/main" id="{697AA7D1-BD42-401C-98C1-EA933A5EF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492875"/>
            <a:ext cx="29257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t>云岚调度坐席平台</a:t>
            </a:r>
          </a:p>
        </p:txBody>
      </p:sp>
      <p:sp>
        <p:nvSpPr>
          <p:cNvPr id="36870" name="圆角矩形 20484">
            <a:extLst>
              <a:ext uri="{FF2B5EF4-FFF2-40B4-BE49-F238E27FC236}">
                <a16:creationId xmlns:a16="http://schemas.microsoft.com/office/drawing/2014/main" id="{FF6F13A8-DCF5-46CA-AE24-16549662D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1554163"/>
            <a:ext cx="2332037" cy="365125"/>
          </a:xfrm>
          <a:prstGeom prst="roundRect">
            <a:avLst>
              <a:gd name="adj" fmla="val 20000"/>
            </a:avLst>
          </a:prstGeom>
          <a:solidFill>
            <a:srgbClr val="EAF1FF"/>
          </a:solidFill>
          <a:ln w="12600">
            <a:solidFill>
              <a:srgbClr val="2B6DEB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700" b="1">
                <a:solidFill>
                  <a:srgbClr val="2B6DEB"/>
                </a:solidFill>
                <a:latin typeface="Noto Sans CJK SC" charset="0"/>
                <a:ea typeface="宋体" panose="02010600030101010101" pitchFamily="2" charset="-122"/>
              </a:rPr>
              <a:t>工作区</a:t>
            </a:r>
          </a:p>
        </p:txBody>
      </p:sp>
      <p:sp>
        <p:nvSpPr>
          <p:cNvPr id="36871" name="矩形 20485">
            <a:extLst>
              <a:ext uri="{FF2B5EF4-FFF2-40B4-BE49-F238E27FC236}">
                <a16:creationId xmlns:a16="http://schemas.microsoft.com/office/drawing/2014/main" id="{F54E1AE4-EA7D-4BE1-B838-760B225AF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223996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登录设置</a:t>
            </a:r>
          </a:p>
        </p:txBody>
      </p:sp>
      <p:sp>
        <p:nvSpPr>
          <p:cNvPr id="36872" name="矩形 20486">
            <a:extLst>
              <a:ext uri="{FF2B5EF4-FFF2-40B4-BE49-F238E27FC236}">
                <a16:creationId xmlns:a16="http://schemas.microsoft.com/office/drawing/2014/main" id="{A85A26C9-A3F7-42C9-B069-322687DA8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2770188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窗口布局</a:t>
            </a:r>
          </a:p>
        </p:txBody>
      </p:sp>
      <p:sp>
        <p:nvSpPr>
          <p:cNvPr id="36873" name="矩形 20487">
            <a:extLst>
              <a:ext uri="{FF2B5EF4-FFF2-40B4-BE49-F238E27FC236}">
                <a16:creationId xmlns:a16="http://schemas.microsoft.com/office/drawing/2014/main" id="{2977A945-51D4-4907-A886-DFB220809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330041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通知面板</a:t>
            </a:r>
          </a:p>
        </p:txBody>
      </p:sp>
      <p:sp>
        <p:nvSpPr>
          <p:cNvPr id="36874" name="圆角矩形 20488">
            <a:extLst>
              <a:ext uri="{FF2B5EF4-FFF2-40B4-BE49-F238E27FC236}">
                <a16:creationId xmlns:a16="http://schemas.microsoft.com/office/drawing/2014/main" id="{E014B47E-F4A4-4562-96C4-36350A12C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0" y="1554163"/>
            <a:ext cx="2332038" cy="365125"/>
          </a:xfrm>
          <a:prstGeom prst="roundRect">
            <a:avLst>
              <a:gd name="adj" fmla="val 20000"/>
            </a:avLst>
          </a:prstGeom>
          <a:solidFill>
            <a:srgbClr val="E6F8F8"/>
          </a:solidFill>
          <a:ln w="12600">
            <a:solidFill>
              <a:srgbClr val="00A6A6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700" b="1">
                <a:solidFill>
                  <a:srgbClr val="00A6A6"/>
                </a:solidFill>
                <a:latin typeface="Noto Sans CJK SC" charset="0"/>
                <a:ea typeface="宋体" panose="02010600030101010101" pitchFamily="2" charset="-122"/>
              </a:rPr>
              <a:t>接续</a:t>
            </a:r>
          </a:p>
        </p:txBody>
      </p:sp>
      <p:sp>
        <p:nvSpPr>
          <p:cNvPr id="36875" name="矩形 20489">
            <a:extLst>
              <a:ext uri="{FF2B5EF4-FFF2-40B4-BE49-F238E27FC236}">
                <a16:creationId xmlns:a16="http://schemas.microsoft.com/office/drawing/2014/main" id="{A9B3AF39-BD00-4C43-BFE4-67AA7D9DF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2239963"/>
            <a:ext cx="19192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新建工单</a:t>
            </a:r>
          </a:p>
        </p:txBody>
      </p:sp>
      <p:sp>
        <p:nvSpPr>
          <p:cNvPr id="36876" name="矩形 20490">
            <a:extLst>
              <a:ext uri="{FF2B5EF4-FFF2-40B4-BE49-F238E27FC236}">
                <a16:creationId xmlns:a16="http://schemas.microsoft.com/office/drawing/2014/main" id="{FACE3040-2D7C-4C6D-84E6-93CF85E6C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2770188"/>
            <a:ext cx="19192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线路状态</a:t>
            </a:r>
          </a:p>
        </p:txBody>
      </p:sp>
      <p:sp>
        <p:nvSpPr>
          <p:cNvPr id="36877" name="矩形 20491">
            <a:extLst>
              <a:ext uri="{FF2B5EF4-FFF2-40B4-BE49-F238E27FC236}">
                <a16:creationId xmlns:a16="http://schemas.microsoft.com/office/drawing/2014/main" id="{6A6917E6-5E16-48C0-830C-06EB6CBC0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3300413"/>
            <a:ext cx="1919287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手动选线</a:t>
            </a:r>
          </a:p>
        </p:txBody>
      </p:sp>
      <p:sp>
        <p:nvSpPr>
          <p:cNvPr id="36878" name="圆角矩形 20492">
            <a:extLst>
              <a:ext uri="{FF2B5EF4-FFF2-40B4-BE49-F238E27FC236}">
                <a16:creationId xmlns:a16="http://schemas.microsoft.com/office/drawing/2014/main" id="{8603B68D-A075-44AA-A58C-C7FB0B135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288" y="1554163"/>
            <a:ext cx="2332037" cy="365125"/>
          </a:xfrm>
          <a:prstGeom prst="roundRect">
            <a:avLst>
              <a:gd name="adj" fmla="val 20000"/>
            </a:avLst>
          </a:prstGeom>
          <a:solidFill>
            <a:srgbClr val="EAF7F0"/>
          </a:solidFill>
          <a:ln w="12600">
            <a:solidFill>
              <a:srgbClr val="35A779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700" b="1">
                <a:solidFill>
                  <a:srgbClr val="35A779"/>
                </a:solidFill>
                <a:latin typeface="Noto Sans CJK SC" charset="0"/>
                <a:ea typeface="宋体" panose="02010600030101010101" pitchFamily="2" charset="-122"/>
              </a:rPr>
              <a:t>协作</a:t>
            </a:r>
          </a:p>
        </p:txBody>
      </p:sp>
      <p:sp>
        <p:nvSpPr>
          <p:cNvPr id="36879" name="矩形 20493">
            <a:extLst>
              <a:ext uri="{FF2B5EF4-FFF2-40B4-BE49-F238E27FC236}">
                <a16:creationId xmlns:a16="http://schemas.microsoft.com/office/drawing/2014/main" id="{C3BF5E6B-F632-49C9-9546-BF12DC5DF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900" y="223996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预约会议</a:t>
            </a:r>
          </a:p>
        </p:txBody>
      </p:sp>
      <p:sp>
        <p:nvSpPr>
          <p:cNvPr id="36880" name="矩形 20494">
            <a:extLst>
              <a:ext uri="{FF2B5EF4-FFF2-40B4-BE49-F238E27FC236}">
                <a16:creationId xmlns:a16="http://schemas.microsoft.com/office/drawing/2014/main" id="{1C8D7EE0-9A29-49AE-8619-B337EEB3B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900" y="2770188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即时会议</a:t>
            </a:r>
          </a:p>
        </p:txBody>
      </p:sp>
      <p:sp>
        <p:nvSpPr>
          <p:cNvPr id="36881" name="矩形 20495">
            <a:extLst>
              <a:ext uri="{FF2B5EF4-FFF2-40B4-BE49-F238E27FC236}">
                <a16:creationId xmlns:a16="http://schemas.microsoft.com/office/drawing/2014/main" id="{9AAC2939-C510-4F01-BFAC-DFE20D26E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900" y="330041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座席互联</a:t>
            </a:r>
          </a:p>
        </p:txBody>
      </p:sp>
      <p:sp>
        <p:nvSpPr>
          <p:cNvPr id="36882" name="圆角矩形 20496">
            <a:extLst>
              <a:ext uri="{FF2B5EF4-FFF2-40B4-BE49-F238E27FC236}">
                <a16:creationId xmlns:a16="http://schemas.microsoft.com/office/drawing/2014/main" id="{29E098EC-E468-4CB7-8AEE-93FEC19AE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3525" y="1554163"/>
            <a:ext cx="2332038" cy="365125"/>
          </a:xfrm>
          <a:prstGeom prst="roundRect">
            <a:avLst>
              <a:gd name="adj" fmla="val 20000"/>
            </a:avLst>
          </a:prstGeom>
          <a:solidFill>
            <a:srgbClr val="FFF4E2"/>
          </a:solidFill>
          <a:ln w="12600">
            <a:solidFill>
              <a:srgbClr val="F59E0B"/>
            </a:solidFill>
            <a:round/>
            <a:headEnd/>
            <a:tailEnd/>
          </a:ln>
        </p:spPr>
        <p:txBody>
          <a:bodyPr lIns="360" tIns="360" rIns="360" bIns="36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700" b="1">
                <a:solidFill>
                  <a:srgbClr val="F59E0B"/>
                </a:solidFill>
                <a:latin typeface="Noto Sans CJK SC" charset="0"/>
                <a:ea typeface="宋体" panose="02010600030101010101" pitchFamily="2" charset="-122"/>
              </a:rPr>
              <a:t>管理</a:t>
            </a:r>
          </a:p>
        </p:txBody>
      </p:sp>
      <p:sp>
        <p:nvSpPr>
          <p:cNvPr id="36883" name="矩形 20497">
            <a:extLst>
              <a:ext uri="{FF2B5EF4-FFF2-40B4-BE49-F238E27FC236}">
                <a16:creationId xmlns:a16="http://schemas.microsoft.com/office/drawing/2014/main" id="{FD953DD4-0FFC-4ACE-8C9E-8930B02F5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550" y="223996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工单查询</a:t>
            </a:r>
          </a:p>
        </p:txBody>
      </p:sp>
      <p:sp>
        <p:nvSpPr>
          <p:cNvPr id="36884" name="矩形 20498">
            <a:extLst>
              <a:ext uri="{FF2B5EF4-FFF2-40B4-BE49-F238E27FC236}">
                <a16:creationId xmlns:a16="http://schemas.microsoft.com/office/drawing/2014/main" id="{3A021544-3A43-4843-88F9-92FB19C5B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550" y="2770188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回呼列表</a:t>
            </a:r>
          </a:p>
        </p:txBody>
      </p:sp>
      <p:sp>
        <p:nvSpPr>
          <p:cNvPr id="36885" name="矩形 20499">
            <a:extLst>
              <a:ext uri="{FF2B5EF4-FFF2-40B4-BE49-F238E27FC236}">
                <a16:creationId xmlns:a16="http://schemas.microsoft.com/office/drawing/2014/main" id="{7ED2FEAF-45FE-48BB-AFE9-CE2BF79BF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550" y="3300413"/>
            <a:ext cx="19192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" tIns="720" rIns="720" bIns="720" anchor="ctr"/>
          <a:lstStyle>
            <a:lvl1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zh-CN" altLang="zh-CN" sz="15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日志导出</a:t>
            </a:r>
          </a:p>
        </p:txBody>
      </p:sp>
      <p:sp>
        <p:nvSpPr>
          <p:cNvPr id="36886" name="圆角矩形 20500">
            <a:extLst>
              <a:ext uri="{FF2B5EF4-FFF2-40B4-BE49-F238E27FC236}">
                <a16:creationId xmlns:a16="http://schemas.microsoft.com/office/drawing/2014/main" id="{649F630E-C760-4ABF-97F9-A4EC696E8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063" y="4846638"/>
            <a:ext cx="9737725" cy="868362"/>
          </a:xfrm>
          <a:prstGeom prst="roundRect">
            <a:avLst>
              <a:gd name="adj" fmla="val 8417"/>
            </a:avLst>
          </a:prstGeom>
          <a:solidFill>
            <a:srgbClr val="FFFFFF"/>
          </a:solidFill>
          <a:ln w="12600">
            <a:solidFill>
              <a:srgbClr val="D9E4F1"/>
            </a:solidFill>
            <a:round/>
            <a:headEnd/>
            <a:tailEnd/>
          </a:ln>
        </p:spPr>
        <p:txBody>
          <a:bodyPr lIns="90000" tIns="45000" rIns="90000" bIns="45000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菜单重构说明</a:t>
            </a:r>
          </a:p>
          <a:p>
            <a:pPr hangingPunct="1">
              <a:lnSpc>
                <a:spcPct val="100000"/>
              </a:lnSpc>
            </a:pPr>
            <a:r>
              <a:rPr lang="zh-CN" altLang="zh-CN" sz="1400">
                <a:solidFill>
                  <a:srgbClr val="26364F"/>
                </a:solidFill>
                <a:latin typeface="Noto Sans CJK SC" charset="0"/>
                <a:ea typeface="宋体" panose="02010600030101010101" pitchFamily="2" charset="-122"/>
              </a:rPr>
              <a:t>原有分散入口按“工作区—接续—协作—管理”组织，便于培训时快速建立操作地图。</a:t>
            </a:r>
          </a:p>
        </p:txBody>
      </p:sp>
      <p:sp>
        <p:nvSpPr>
          <p:cNvPr id="36887" name="直接连接符 20501">
            <a:extLst>
              <a:ext uri="{FF2B5EF4-FFF2-40B4-BE49-F238E27FC236}">
                <a16:creationId xmlns:a16="http://schemas.microsoft.com/office/drawing/2014/main" id="{E110BAAD-9E16-4E82-8BC8-79257DD3F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8113" y="4283075"/>
            <a:ext cx="9445625" cy="1588"/>
          </a:xfrm>
          <a:prstGeom prst="line">
            <a:avLst/>
          </a:prstGeom>
          <a:noFill/>
          <a:ln w="25560">
            <a:solidFill>
              <a:srgbClr val="2B6D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8" name="文本框 20502">
            <a:extLst>
              <a:ext uri="{FF2B5EF4-FFF2-40B4-BE49-F238E27FC236}">
                <a16:creationId xmlns:a16="http://schemas.microsoft.com/office/drawing/2014/main" id="{A8601889-7728-447F-A55C-417E82FEA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5A66A9BD-07C8-4EF9-A4E3-4E760184779A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17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17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21504">
            <a:extLst>
              <a:ext uri="{FF2B5EF4-FFF2-40B4-BE49-F238E27FC236}">
                <a16:creationId xmlns:a16="http://schemas.microsoft.com/office/drawing/2014/main" id="{EE54068A-047B-43BC-8CFC-252A0A504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749300"/>
            <a:ext cx="59436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3400" b="1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值守检查清单</a:t>
            </a:r>
          </a:p>
        </p:txBody>
      </p:sp>
      <p:sp>
        <p:nvSpPr>
          <p:cNvPr id="38915" name="矩形 21505">
            <a:extLst>
              <a:ext uri="{FF2B5EF4-FFF2-40B4-BE49-F238E27FC236}">
                <a16:creationId xmlns:a16="http://schemas.microsoft.com/office/drawing/2014/main" id="{5559F290-2F4D-4FD7-AD12-69E760A39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1390650"/>
            <a:ext cx="29257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500">
                <a:solidFill>
                  <a:srgbClr val="BFD0EA"/>
                </a:solidFill>
                <a:latin typeface="Noto Sans CJK SC" charset="0"/>
                <a:ea typeface="宋体" panose="02010600030101010101" pitchFamily="2" charset="-122"/>
              </a:rPr>
              <a:t>交接班前后均可使用</a:t>
            </a:r>
          </a:p>
        </p:txBody>
      </p:sp>
      <p:sp>
        <p:nvSpPr>
          <p:cNvPr id="38916" name="椭圆 21506">
            <a:extLst>
              <a:ext uri="{FF2B5EF4-FFF2-40B4-BE49-F238E27FC236}">
                <a16:creationId xmlns:a16="http://schemas.microsoft.com/office/drawing/2014/main" id="{3B1056D8-E72A-4EBD-881A-8D68CD89B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2030413"/>
            <a:ext cx="474663" cy="347662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200" b="1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01</a:t>
            </a:r>
          </a:p>
        </p:txBody>
      </p:sp>
      <p:sp>
        <p:nvSpPr>
          <p:cNvPr id="38917" name="矩形 21507">
            <a:extLst>
              <a:ext uri="{FF2B5EF4-FFF2-40B4-BE49-F238E27FC236}">
                <a16:creationId xmlns:a16="http://schemas.microsoft.com/office/drawing/2014/main" id="{9F50CE0E-6F54-44A9-94E6-B0CA7CF26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2057400"/>
            <a:ext cx="896143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600">
                <a:solidFill>
                  <a:srgbClr val="F0F6FF"/>
                </a:solidFill>
                <a:latin typeface="Noto Sans CJK SC" charset="0"/>
                <a:ea typeface="宋体" panose="02010600030101010101" pitchFamily="2" charset="-122"/>
              </a:rPr>
              <a:t>确认登录账号、班组和语音设备状态。</a:t>
            </a:r>
          </a:p>
        </p:txBody>
      </p:sp>
      <p:sp>
        <p:nvSpPr>
          <p:cNvPr id="38918" name="椭圆 21508">
            <a:extLst>
              <a:ext uri="{FF2B5EF4-FFF2-40B4-BE49-F238E27FC236}">
                <a16:creationId xmlns:a16="http://schemas.microsoft.com/office/drawing/2014/main" id="{5E46F705-281C-4086-9653-6945625DA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2724150"/>
            <a:ext cx="474663" cy="347663"/>
          </a:xfrm>
          <a:prstGeom prst="ellipse">
            <a:avLst/>
          </a:prstGeom>
          <a:solidFill>
            <a:srgbClr val="00A6A6"/>
          </a:solidFill>
          <a:ln w="9525">
            <a:solidFill>
              <a:srgbClr val="00A6A6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200" b="1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02</a:t>
            </a:r>
          </a:p>
        </p:txBody>
      </p:sp>
      <p:sp>
        <p:nvSpPr>
          <p:cNvPr id="38919" name="矩形 21509">
            <a:extLst>
              <a:ext uri="{FF2B5EF4-FFF2-40B4-BE49-F238E27FC236}">
                <a16:creationId xmlns:a16="http://schemas.microsoft.com/office/drawing/2014/main" id="{CE0BBDA2-1606-4EAA-9F45-136AE40AC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2752725"/>
            <a:ext cx="896143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600">
                <a:solidFill>
                  <a:srgbClr val="F0F6FF"/>
                </a:solidFill>
                <a:latin typeface="Noto Sans CJK SC" charset="0"/>
                <a:ea typeface="宋体" panose="02010600030101010101" pitchFamily="2" charset="-122"/>
              </a:rPr>
              <a:t>检查线路状态，避开维护或拥塞通道。</a:t>
            </a:r>
          </a:p>
        </p:txBody>
      </p:sp>
      <p:sp>
        <p:nvSpPr>
          <p:cNvPr id="38920" name="椭圆 21510">
            <a:extLst>
              <a:ext uri="{FF2B5EF4-FFF2-40B4-BE49-F238E27FC236}">
                <a16:creationId xmlns:a16="http://schemas.microsoft.com/office/drawing/2014/main" id="{F0984214-BD16-4B0D-8F66-5CD86D67E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3419475"/>
            <a:ext cx="474663" cy="347663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200" b="1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03</a:t>
            </a:r>
          </a:p>
        </p:txBody>
      </p:sp>
      <p:sp>
        <p:nvSpPr>
          <p:cNvPr id="38921" name="矩形 21511">
            <a:extLst>
              <a:ext uri="{FF2B5EF4-FFF2-40B4-BE49-F238E27FC236}">
                <a16:creationId xmlns:a16="http://schemas.microsoft.com/office/drawing/2014/main" id="{E689D62E-8BDF-42BB-9534-2F126166C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3448050"/>
            <a:ext cx="896143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600">
                <a:solidFill>
                  <a:srgbClr val="F0F6FF"/>
                </a:solidFill>
                <a:latin typeface="Noto Sans CJK SC" charset="0"/>
                <a:ea typeface="宋体" panose="02010600030101010101" pitchFamily="2" charset="-122"/>
              </a:rPr>
              <a:t>处理暂存工单和预约回呼，避免跨班遗漏。</a:t>
            </a:r>
          </a:p>
        </p:txBody>
      </p:sp>
      <p:sp>
        <p:nvSpPr>
          <p:cNvPr id="38922" name="椭圆 21512">
            <a:extLst>
              <a:ext uri="{FF2B5EF4-FFF2-40B4-BE49-F238E27FC236}">
                <a16:creationId xmlns:a16="http://schemas.microsoft.com/office/drawing/2014/main" id="{996572F3-2178-49EE-B7E9-63D0CD188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4114800"/>
            <a:ext cx="474663" cy="347663"/>
          </a:xfrm>
          <a:prstGeom prst="ellipse">
            <a:avLst/>
          </a:prstGeom>
          <a:solidFill>
            <a:srgbClr val="00A6A6"/>
          </a:solidFill>
          <a:ln w="9525">
            <a:solidFill>
              <a:srgbClr val="00A6A6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200" b="1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04</a:t>
            </a:r>
          </a:p>
        </p:txBody>
      </p:sp>
      <p:sp>
        <p:nvSpPr>
          <p:cNvPr id="38923" name="矩形 21513">
            <a:extLst>
              <a:ext uri="{FF2B5EF4-FFF2-40B4-BE49-F238E27FC236}">
                <a16:creationId xmlns:a16="http://schemas.microsoft.com/office/drawing/2014/main" id="{48589760-F4B8-401E-AD07-B2E17541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4141788"/>
            <a:ext cx="89614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600">
                <a:solidFill>
                  <a:srgbClr val="F0F6FF"/>
                </a:solidFill>
                <a:latin typeface="Noto Sans CJK SC" charset="0"/>
                <a:ea typeface="宋体" panose="02010600030101010101" pitchFamily="2" charset="-122"/>
              </a:rPr>
              <a:t>会议窗口关闭后，返回主界面重新获取语音焦点。</a:t>
            </a:r>
          </a:p>
        </p:txBody>
      </p:sp>
      <p:sp>
        <p:nvSpPr>
          <p:cNvPr id="38924" name="椭圆 21514">
            <a:extLst>
              <a:ext uri="{FF2B5EF4-FFF2-40B4-BE49-F238E27FC236}">
                <a16:creationId xmlns:a16="http://schemas.microsoft.com/office/drawing/2014/main" id="{8CC1AB85-AD89-47A4-A770-31FD67D4C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4810125"/>
            <a:ext cx="474663" cy="347663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round/>
            <a:headEnd/>
            <a:tailEnd/>
          </a:ln>
        </p:spPr>
        <p:txBody>
          <a:bodyPr lIns="0" tIns="0" rIns="0" bIns="0" anchor="ctr"/>
          <a:lstStyle>
            <a:lvl1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zh-CN" sz="1200" b="1">
                <a:solidFill>
                  <a:srgbClr val="FFFFFF"/>
                </a:solidFill>
                <a:latin typeface="Noto Sans CJK SC" charset="0"/>
                <a:ea typeface="宋体" panose="02010600030101010101" pitchFamily="2" charset="-122"/>
              </a:rPr>
              <a:t>05</a:t>
            </a:r>
          </a:p>
        </p:txBody>
      </p:sp>
      <p:sp>
        <p:nvSpPr>
          <p:cNvPr id="38925" name="矩形 21515">
            <a:extLst>
              <a:ext uri="{FF2B5EF4-FFF2-40B4-BE49-F238E27FC236}">
                <a16:creationId xmlns:a16="http://schemas.microsoft.com/office/drawing/2014/main" id="{D9C4587A-E097-47B1-9933-DE63BC5A0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4837113"/>
            <a:ext cx="89614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1pPr>
            <a:lvl2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2pPr>
            <a:lvl3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3pPr>
            <a:lvl4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4pPr>
            <a:lvl5pPr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 CJK SC" charset="0"/>
                <a:cs typeface="Noto Sans CJK SC" charset="0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zh-CN" altLang="zh-CN" sz="1600">
                <a:solidFill>
                  <a:srgbClr val="F0F6FF"/>
                </a:solidFill>
                <a:latin typeface="Noto Sans CJK SC" charset="0"/>
                <a:ea typeface="宋体" panose="02010600030101010101" pitchFamily="2" charset="-122"/>
              </a:rPr>
              <a:t>交接时导出值守日志，记录异常与未完成事项。</a:t>
            </a:r>
          </a:p>
        </p:txBody>
      </p:sp>
      <p:sp>
        <p:nvSpPr>
          <p:cNvPr id="38926" name="文本框 21518">
            <a:extLst>
              <a:ext uri="{FF2B5EF4-FFF2-40B4-BE49-F238E27FC236}">
                <a16:creationId xmlns:a16="http://schemas.microsoft.com/office/drawing/2014/main" id="{D082CCBD-B02B-470E-9319-1C654F52D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3963" y="6510338"/>
            <a:ext cx="800100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EAD56A38-4B7D-472B-BCBB-71C659D427BE}" type="slidenum">
              <a:rPr lang="en-US" altLang="zh-CN" sz="800">
                <a:solidFill>
                  <a:srgbClr val="8EA0B8"/>
                </a:solidFill>
                <a:latin typeface="Noto Sans CJK SC" charset="0"/>
                <a:ea typeface="宋体" panose="02010600030101010101" pitchFamily="2" charset="-122"/>
              </a:rPr>
              <a:pPr>
                <a:lnSpc>
                  <a:spcPct val="100000"/>
                </a:lnSpc>
              </a:pPr>
              <a:t>18</a:t>
            </a:fld>
            <a:endParaRPr lang="en-US" altLang="zh-CN" sz="800">
              <a:solidFill>
                <a:srgbClr val="8EA0B8"/>
              </a:solidFill>
              <a:latin typeface="Noto Sans CJK SC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37503937007875,&quot;left&quot;:72,&quot;top&quot;:181.5,&quot;width&quot;:781.125039370078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37503937007875,&quot;left&quot;:72,&quot;top&quot;:181.5,&quot;width&quot;:781.125039370078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37503937007875,&quot;left&quot;:72,&quot;top&quot;:181.5,&quot;width&quot;:781.125039370078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37503937007875,&quot;left&quot;:72,&quot;top&quot;:181.5,&quot;width&quot;:781.125039370078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37503937007875,&quot;left&quot;:72,&quot;top&quot;:181.5,&quot;width&quot;:781.125039370078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37503937007875,&quot;left&quot;:72,&quot;top&quot;:181.5,&quot;width&quot;:781.125039370078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37503937007875,&quot;left&quot;:72,&quot;top&quot;:181.5,&quot;width&quot;:781.125039370078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1.37503937007875,&quot;left&quot;:72,&quot;top&quot;:181.5,&quot;width&quot;:781.1250393700788}"/>
</p:tagLst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Noto Sans CJK SC"/>
        <a:ea typeface="Noto Sans CJK SC"/>
        <a:cs typeface=""/>
      </a:majorFont>
      <a:minorFont>
        <a:latin typeface="Noto Sans CJK SC"/>
        <a:ea typeface="Noto Sans CJK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Noto Sans CJK SC"/>
        <a:ea typeface="Noto Sans CJK SC"/>
        <a:cs typeface=""/>
      </a:majorFont>
      <a:minorFont>
        <a:latin typeface="Noto Sans CJK SC"/>
        <a:ea typeface="Noto Sans CJK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1584</Words>
  <Application>Microsoft Office PowerPoint</Application>
  <PresentationFormat>宽屏</PresentationFormat>
  <Paragraphs>351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宋体</vt:lpstr>
      <vt:lpstr>Wingdings</vt:lpstr>
      <vt:lpstr>Times New Roman</vt:lpstr>
      <vt:lpstr>Noto Sans CJK SC</vt:lpstr>
      <vt:lpstr>FFont-Family</vt:lpstr>
      <vt:lpstr>DejaVu Sans</vt:lpstr>
      <vt:lpstr>Calibri</vt:lpstr>
      <vt:lpstr>+mn-lt</vt:lpstr>
      <vt:lpstr>+mn-ea</vt:lpstr>
      <vt:lpstr>微软雅黑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