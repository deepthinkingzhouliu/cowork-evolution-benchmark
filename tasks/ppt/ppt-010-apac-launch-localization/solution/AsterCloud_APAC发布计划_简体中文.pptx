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APAC 发布计划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Aster Cloud 边缘分析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正式上线：2026年10月15日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发布概览：3个市场、12家渠道伙伴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D94F70"/>
                </a:solidFill>
                <a:latin typeface="Noto Sans CJK SC"/>
              </a:rPr>
              <a:t>3个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首发市场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D94F70"/>
                </a:solidFill>
                <a:latin typeface="Noto Sans CJK SC"/>
              </a:rPr>
              <a:t>12家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渠道伙伴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D94F70"/>
                </a:solidFill>
                <a:latin typeface="Noto Sans CJK SC"/>
              </a:rPr>
              <a:t>180万美元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销售线索金额目标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中国大陆与新加坡就绪，日本文档审核有风险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市场</a:t>
                      </a:r>
                    </a:p>
                  </a:txBody>
                  <a:tcPr marL="73152" marR="73152">
                    <a:solidFill>
                      <a:srgbClr val="D94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准备状态</a:t>
                      </a:r>
                    </a:p>
                  </a:txBody>
                  <a:tcPr marL="73152" marR="73152">
                    <a:solidFill>
                      <a:srgbClr val="D94F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责任团队</a:t>
                      </a:r>
                    </a:p>
                  </a:txBody>
                  <a:tcPr marL="73152" marR="73152">
                    <a:solidFill>
                      <a:srgbClr val="D94F70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中国大陆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已就绪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区域市场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新加坡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已就绪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伙伴团队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日本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有风险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产品市场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从伙伴赋能到全面可用，三个节点不变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3429000"/>
            <a:ext cx="10012680" cy="73152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3282696"/>
            <a:ext cx="365760" cy="36576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94F70"/>
                </a:solidFill>
                <a:latin typeface="Noto Sans CJK SC"/>
              </a:rPr>
              <a:t>8月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伙伴赋能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3282696"/>
            <a:ext cx="365760" cy="36576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7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94F70"/>
                </a:solidFill>
                <a:latin typeface="Noto Sans CJK SC"/>
              </a:rPr>
              <a:t>9月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客户预览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3282696"/>
            <a:ext cx="365760" cy="36576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8" y="1828800"/>
            <a:ext cx="178308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D94F70"/>
                </a:solidFill>
                <a:latin typeface="Noto Sans CJK SC"/>
              </a:rPr>
              <a:t>10月15日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931920"/>
            <a:ext cx="214884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Noto Sans CJK SC"/>
              </a:rPr>
              <a:t>全面可用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三项本地化风险都已配对应对动作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日本文档审核：设置9月25日冻结点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中文术语：只使用已批准术语表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数据合规：客户数据不得离开部署区域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待决策：批准 24 万美元预算并确认上线日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发布预算：24万美元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正式上线：2026年10月15日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日本市场以文档审核通过为发布前置条件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D94F70"/>
          </a:solidFill>
          <a:ln>
            <a:solidFill>
              <a:srgbClr val="D94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Aster Cloud｜机密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D94F70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 发布计划中文本地化</dc:title>
  <dc:subject>localization</dc:subject>
  <dc:creator>Aster Cloud（合成）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