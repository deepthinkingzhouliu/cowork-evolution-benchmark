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APAC Launch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Aster Cloud Edge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Go-live: 15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Aster Cloud |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94F70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Launch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D94F70"/>
                </a:solidFill>
                <a:latin typeface="Noto Sans CJK SC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Launch markets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D94F70"/>
                </a:solidFill>
                <a:latin typeface="Noto Sans CJK SC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Channel partners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D94F70"/>
                </a:solidFill>
                <a:latin typeface="Noto Sans CJK SC"/>
              </a:rPr>
              <a:t>US$1.8M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Pipeline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Aster Cloud |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94F70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Market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Market</a:t>
                      </a:r>
                    </a:p>
                  </a:txBody>
                  <a:tcPr marL="73152" marR="73152">
                    <a:solidFill>
                      <a:srgbClr val="D94F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Readiness</a:t>
                      </a:r>
                    </a:p>
                  </a:txBody>
                  <a:tcPr marL="73152" marR="73152">
                    <a:solidFill>
                      <a:srgbClr val="D94F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Owner</a:t>
                      </a:r>
                    </a:p>
                  </a:txBody>
                  <a:tcPr marL="73152" marR="73152">
                    <a:solidFill>
                      <a:srgbClr val="D94F70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Mainland China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Ready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Regional Marketing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Singapore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Ready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Partner Team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Japan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At risk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Product Marketing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Aster Cloud |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94F70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Go-to-market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429000"/>
            <a:ext cx="10012680" cy="73152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282696"/>
            <a:ext cx="365760" cy="36576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D94F70"/>
                </a:solidFill>
                <a:latin typeface="Noto Sans CJK SC"/>
              </a:rPr>
              <a:t>August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Partner enablement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9" y="3282696"/>
            <a:ext cx="365760" cy="36576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7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D94F70"/>
                </a:solidFill>
                <a:latin typeface="Noto Sans CJK SC"/>
              </a:rPr>
              <a:t>September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Customer preview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3282696"/>
            <a:ext cx="365760" cy="36576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D94F70"/>
                </a:solidFill>
                <a:latin typeface="Noto Sans CJK SC"/>
              </a:rPr>
              <a:t>15 October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General 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Aster Cloud |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94F70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Risks and Mitigations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Japan documentation review may delay launch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Chinese terminology must match the approved glossary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No customer data may leave the deployment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Aster Cloud |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94F70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Decision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Approve US$240K launch budget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Confirm 15 October 2026 go-live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Aster Cloud |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Aster Cloud |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94F70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 Launch Plan_EN</dc:title>
  <dc:subject>synthetic-input-deck</dc:subject>
  <dc:creator>CoworkEvoBench synthetic input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