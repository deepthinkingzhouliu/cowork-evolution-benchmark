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conjugation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Coffee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lden-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 water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51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