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solidFill>
              <a:srgbClr val="2F6FD4"/>
            </a:solidFill>
            <a:ln w="21590">
              <a:solidFill>
                <a:srgbClr val="2F6FD4"/>
              </a:solidFill>
            </a:ln>
          </c:spPr>
          <c:marker>
            <c:symbol val="none"/>
          </c:marker>
          <c:cat>
            <c:strRef>
              <c:f>Sheet1!$A$2:$A$180</c:f>
              <c:strCache>
                <c:ptCount val="179"/>
                <c:pt idx="0">
                  <c:v>2010-01</c:v>
                </c:pt>
                <c:pt idx="1">
                  <c:v>2010-02</c:v>
                </c:pt>
                <c:pt idx="2">
                  <c:v>2010-03</c:v>
                </c:pt>
                <c:pt idx="3">
                  <c:v>2010-04</c:v>
                </c:pt>
                <c:pt idx="4">
                  <c:v>2010-05</c:v>
                </c:pt>
                <c:pt idx="5">
                  <c:v>2010-06</c:v>
                </c:pt>
                <c:pt idx="6">
                  <c:v>2010-07</c:v>
                </c:pt>
                <c:pt idx="7">
                  <c:v>2010-08</c:v>
                </c:pt>
                <c:pt idx="8">
                  <c:v>2010-09</c:v>
                </c:pt>
                <c:pt idx="9">
                  <c:v>2010-10</c:v>
                </c:pt>
                <c:pt idx="10">
                  <c:v>2010-11</c:v>
                </c:pt>
                <c:pt idx="11">
                  <c:v>2010-12</c:v>
                </c:pt>
                <c:pt idx="12">
                  <c:v>2011-01</c:v>
                </c:pt>
                <c:pt idx="13">
                  <c:v>2011-02</c:v>
                </c:pt>
                <c:pt idx="14">
                  <c:v>2011-03</c:v>
                </c:pt>
                <c:pt idx="15">
                  <c:v>2011-04</c:v>
                </c:pt>
                <c:pt idx="16">
                  <c:v>2011-05</c:v>
                </c:pt>
                <c:pt idx="17">
                  <c:v>2011-06</c:v>
                </c:pt>
                <c:pt idx="18">
                  <c:v>2011-07</c:v>
                </c:pt>
                <c:pt idx="19">
                  <c:v>2011-08</c:v>
                </c:pt>
                <c:pt idx="20">
                  <c:v>2011-09</c:v>
                </c:pt>
                <c:pt idx="21">
                  <c:v>2011-10</c:v>
                </c:pt>
                <c:pt idx="22">
                  <c:v>2011-11</c:v>
                </c:pt>
                <c:pt idx="23">
                  <c:v>2011-12</c:v>
                </c:pt>
                <c:pt idx="24">
                  <c:v>2012-01</c:v>
                </c:pt>
                <c:pt idx="25">
                  <c:v>2012-02</c:v>
                </c:pt>
                <c:pt idx="26">
                  <c:v>2012-03</c:v>
                </c:pt>
                <c:pt idx="27">
                  <c:v>2012-04</c:v>
                </c:pt>
                <c:pt idx="28">
                  <c:v>2012-05</c:v>
                </c:pt>
                <c:pt idx="29">
                  <c:v>2012-06</c:v>
                </c:pt>
                <c:pt idx="30">
                  <c:v>2012-07</c:v>
                </c:pt>
                <c:pt idx="31">
                  <c:v>2012-08</c:v>
                </c:pt>
                <c:pt idx="32">
                  <c:v>2012-09</c:v>
                </c:pt>
                <c:pt idx="33">
                  <c:v>2012-10</c:v>
                </c:pt>
                <c:pt idx="34">
                  <c:v>2012-11</c:v>
                </c:pt>
                <c:pt idx="35">
                  <c:v>2012-12</c:v>
                </c:pt>
                <c:pt idx="36">
                  <c:v>2013-01</c:v>
                </c:pt>
                <c:pt idx="37">
                  <c:v>2013-02</c:v>
                </c:pt>
                <c:pt idx="38">
                  <c:v>2013-03</c:v>
                </c:pt>
                <c:pt idx="39">
                  <c:v>2013-04</c:v>
                </c:pt>
                <c:pt idx="40">
                  <c:v>2013-05</c:v>
                </c:pt>
                <c:pt idx="41">
                  <c:v>2013-06</c:v>
                </c:pt>
                <c:pt idx="42">
                  <c:v>2013-07</c:v>
                </c:pt>
                <c:pt idx="43">
                  <c:v>2013-08</c:v>
                </c:pt>
                <c:pt idx="44">
                  <c:v>2013-09</c:v>
                </c:pt>
                <c:pt idx="45">
                  <c:v>2013-10</c:v>
                </c:pt>
                <c:pt idx="46">
                  <c:v>2013-11</c:v>
                </c:pt>
                <c:pt idx="47">
                  <c:v>2013-12</c:v>
                </c:pt>
                <c:pt idx="48">
                  <c:v>2014-01</c:v>
                </c:pt>
                <c:pt idx="49">
                  <c:v>2014-02</c:v>
                </c:pt>
                <c:pt idx="50">
                  <c:v>2014-03</c:v>
                </c:pt>
                <c:pt idx="51">
                  <c:v>2014-04</c:v>
                </c:pt>
                <c:pt idx="52">
                  <c:v>2014-05</c:v>
                </c:pt>
                <c:pt idx="53">
                  <c:v>2014-06</c:v>
                </c:pt>
                <c:pt idx="54">
                  <c:v>2014-07</c:v>
                </c:pt>
                <c:pt idx="55">
                  <c:v>2014-08</c:v>
                </c:pt>
                <c:pt idx="56">
                  <c:v>2014-09</c:v>
                </c:pt>
                <c:pt idx="57">
                  <c:v>2014-10</c:v>
                </c:pt>
                <c:pt idx="58">
                  <c:v>2014-11</c:v>
                </c:pt>
                <c:pt idx="59">
                  <c:v>2014-12</c:v>
                </c:pt>
                <c:pt idx="60">
                  <c:v>2015-01</c:v>
                </c:pt>
                <c:pt idx="61">
                  <c:v>2015-02</c:v>
                </c:pt>
                <c:pt idx="62">
                  <c:v>2015-03</c:v>
                </c:pt>
                <c:pt idx="63">
                  <c:v>2015-04</c:v>
                </c:pt>
                <c:pt idx="64">
                  <c:v>2015-05</c:v>
                </c:pt>
                <c:pt idx="65">
                  <c:v>2015-06</c:v>
                </c:pt>
                <c:pt idx="66">
                  <c:v>2015-07</c:v>
                </c:pt>
                <c:pt idx="67">
                  <c:v>2015-08</c:v>
                </c:pt>
                <c:pt idx="68">
                  <c:v>2015-09</c:v>
                </c:pt>
                <c:pt idx="69">
                  <c:v>2015-10</c:v>
                </c:pt>
                <c:pt idx="70">
                  <c:v>2015-11</c:v>
                </c:pt>
                <c:pt idx="71">
                  <c:v>2015-12</c:v>
                </c:pt>
                <c:pt idx="72">
                  <c:v>2016-01</c:v>
                </c:pt>
                <c:pt idx="73">
                  <c:v>2016-02</c:v>
                </c:pt>
                <c:pt idx="74">
                  <c:v>2016-03</c:v>
                </c:pt>
                <c:pt idx="75">
                  <c:v>2016-04</c:v>
                </c:pt>
                <c:pt idx="76">
                  <c:v>2016-05</c:v>
                </c:pt>
                <c:pt idx="77">
                  <c:v>2016-06</c:v>
                </c:pt>
                <c:pt idx="78">
                  <c:v>2016-07</c:v>
                </c:pt>
                <c:pt idx="79">
                  <c:v>2016-08</c:v>
                </c:pt>
                <c:pt idx="80">
                  <c:v>2016-09</c:v>
                </c:pt>
                <c:pt idx="81">
                  <c:v>2016-10</c:v>
                </c:pt>
                <c:pt idx="82">
                  <c:v>2016-11</c:v>
                </c:pt>
                <c:pt idx="83">
                  <c:v>2016-12</c:v>
                </c:pt>
                <c:pt idx="84">
                  <c:v>2017-01</c:v>
                </c:pt>
                <c:pt idx="85">
                  <c:v>2017-02</c:v>
                </c:pt>
                <c:pt idx="86">
                  <c:v>2017-03</c:v>
                </c:pt>
                <c:pt idx="87">
                  <c:v>2017-04</c:v>
                </c:pt>
                <c:pt idx="88">
                  <c:v>2017-05</c:v>
                </c:pt>
                <c:pt idx="89">
                  <c:v>2017-06</c:v>
                </c:pt>
                <c:pt idx="90">
                  <c:v>2017-07</c:v>
                </c:pt>
                <c:pt idx="91">
                  <c:v>2017-08</c:v>
                </c:pt>
                <c:pt idx="92">
                  <c:v>2017-09</c:v>
                </c:pt>
                <c:pt idx="93">
                  <c:v>2017-10</c:v>
                </c:pt>
                <c:pt idx="94">
                  <c:v>2017-11</c:v>
                </c:pt>
                <c:pt idx="95">
                  <c:v>2017-12</c:v>
                </c:pt>
                <c:pt idx="96">
                  <c:v>2018-01</c:v>
                </c:pt>
                <c:pt idx="97">
                  <c:v>2018-02</c:v>
                </c:pt>
                <c:pt idx="98">
                  <c:v>2018-03</c:v>
                </c:pt>
                <c:pt idx="99">
                  <c:v>2018-04</c:v>
                </c:pt>
                <c:pt idx="100">
                  <c:v>2018-05</c:v>
                </c:pt>
                <c:pt idx="101">
                  <c:v>2018-06</c:v>
                </c:pt>
                <c:pt idx="102">
                  <c:v>2018-07</c:v>
                </c:pt>
                <c:pt idx="103">
                  <c:v>2018-08</c:v>
                </c:pt>
                <c:pt idx="104">
                  <c:v>2018-09</c:v>
                </c:pt>
                <c:pt idx="105">
                  <c:v>2018-10</c:v>
                </c:pt>
                <c:pt idx="106">
                  <c:v>2018-11</c:v>
                </c:pt>
                <c:pt idx="107">
                  <c:v>2018-12</c:v>
                </c:pt>
                <c:pt idx="108">
                  <c:v>2019-01</c:v>
                </c:pt>
                <c:pt idx="109">
                  <c:v>2019-02</c:v>
                </c:pt>
                <c:pt idx="110">
                  <c:v>2019-03</c:v>
                </c:pt>
                <c:pt idx="111">
                  <c:v>2019-04</c:v>
                </c:pt>
                <c:pt idx="112">
                  <c:v>2019-05</c:v>
                </c:pt>
                <c:pt idx="113">
                  <c:v>2019-06</c:v>
                </c:pt>
                <c:pt idx="114">
                  <c:v>2019-07</c:v>
                </c:pt>
                <c:pt idx="115">
                  <c:v>2019-08</c:v>
                </c:pt>
                <c:pt idx="116">
                  <c:v>2019-09</c:v>
                </c:pt>
                <c:pt idx="117">
                  <c:v>2019-10</c:v>
                </c:pt>
                <c:pt idx="118">
                  <c:v>2019-11</c:v>
                </c:pt>
                <c:pt idx="119">
                  <c:v>2019-12</c:v>
                </c:pt>
                <c:pt idx="120">
                  <c:v>2020-01</c:v>
                </c:pt>
                <c:pt idx="121">
                  <c:v>2020-02</c:v>
                </c:pt>
                <c:pt idx="122">
                  <c:v>2020-03</c:v>
                </c:pt>
                <c:pt idx="123">
                  <c:v>2020-04</c:v>
                </c:pt>
                <c:pt idx="124">
                  <c:v>2020-05</c:v>
                </c:pt>
                <c:pt idx="125">
                  <c:v>2020-06</c:v>
                </c:pt>
                <c:pt idx="126">
                  <c:v>2020-07</c:v>
                </c:pt>
                <c:pt idx="127">
                  <c:v>2020-08</c:v>
                </c:pt>
                <c:pt idx="128">
                  <c:v>2020-09</c:v>
                </c:pt>
                <c:pt idx="129">
                  <c:v>2020-10</c:v>
                </c:pt>
                <c:pt idx="130">
                  <c:v>2020-11</c:v>
                </c:pt>
                <c:pt idx="131">
                  <c:v>2020-12</c:v>
                </c:pt>
                <c:pt idx="132">
                  <c:v>2021-01</c:v>
                </c:pt>
                <c:pt idx="133">
                  <c:v>2021-02</c:v>
                </c:pt>
                <c:pt idx="134">
                  <c:v>2021-03</c:v>
                </c:pt>
                <c:pt idx="135">
                  <c:v>2021-04</c:v>
                </c:pt>
                <c:pt idx="136">
                  <c:v>2021-05</c:v>
                </c:pt>
                <c:pt idx="137">
                  <c:v>2021-06</c:v>
                </c:pt>
                <c:pt idx="138">
                  <c:v>2021-07</c:v>
                </c:pt>
                <c:pt idx="139">
                  <c:v>2021-08</c:v>
                </c:pt>
                <c:pt idx="140">
                  <c:v>2021-09</c:v>
                </c:pt>
                <c:pt idx="141">
                  <c:v>2021-10</c:v>
                </c:pt>
                <c:pt idx="142">
                  <c:v>2021-11</c:v>
                </c:pt>
                <c:pt idx="143">
                  <c:v>2021-12</c:v>
                </c:pt>
                <c:pt idx="144">
                  <c:v>2022-01</c:v>
                </c:pt>
                <c:pt idx="145">
                  <c:v>2022-02</c:v>
                </c:pt>
                <c:pt idx="146">
                  <c:v>2022-03</c:v>
                </c:pt>
                <c:pt idx="147">
                  <c:v>2022-04</c:v>
                </c:pt>
                <c:pt idx="148">
                  <c:v>2022-05</c:v>
                </c:pt>
                <c:pt idx="149">
                  <c:v>2022-06</c:v>
                </c:pt>
                <c:pt idx="150">
                  <c:v>2022-07</c:v>
                </c:pt>
                <c:pt idx="151">
                  <c:v>2022-08</c:v>
                </c:pt>
                <c:pt idx="152">
                  <c:v>2022-09</c:v>
                </c:pt>
                <c:pt idx="153">
                  <c:v>2022-10</c:v>
                </c:pt>
                <c:pt idx="154">
                  <c:v>2022-11</c:v>
                </c:pt>
                <c:pt idx="155">
                  <c:v>2022-12</c:v>
                </c:pt>
                <c:pt idx="156">
                  <c:v>2023-01</c:v>
                </c:pt>
                <c:pt idx="157">
                  <c:v>2023-02</c:v>
                </c:pt>
                <c:pt idx="158">
                  <c:v>2023-03</c:v>
                </c:pt>
                <c:pt idx="159">
                  <c:v>2023-04</c:v>
                </c:pt>
                <c:pt idx="160">
                  <c:v>2023-05</c:v>
                </c:pt>
                <c:pt idx="161">
                  <c:v>2023-06</c:v>
                </c:pt>
                <c:pt idx="162">
                  <c:v>2023-07</c:v>
                </c:pt>
                <c:pt idx="163">
                  <c:v>2023-08</c:v>
                </c:pt>
                <c:pt idx="164">
                  <c:v>2023-09</c:v>
                </c:pt>
                <c:pt idx="165">
                  <c:v>2023-10</c:v>
                </c:pt>
                <c:pt idx="166">
                  <c:v>2023-11</c:v>
                </c:pt>
                <c:pt idx="167">
                  <c:v>2023-12</c:v>
                </c:pt>
                <c:pt idx="168">
                  <c:v>2024-01</c:v>
                </c:pt>
                <c:pt idx="169">
                  <c:v>2024-02</c:v>
                </c:pt>
                <c:pt idx="170">
                  <c:v>2024-03</c:v>
                </c:pt>
                <c:pt idx="171">
                  <c:v>2024-04</c:v>
                </c:pt>
                <c:pt idx="172">
                  <c:v>2024-05</c:v>
                </c:pt>
                <c:pt idx="173">
                  <c:v>2024-06</c:v>
                </c:pt>
                <c:pt idx="174">
                  <c:v>2024-07</c:v>
                </c:pt>
                <c:pt idx="175">
                  <c:v>2024-08</c:v>
                </c:pt>
                <c:pt idx="176">
                  <c:v>2024-09</c:v>
                </c:pt>
                <c:pt idx="177">
                  <c:v>2024-10</c:v>
                </c:pt>
                <c:pt idx="178">
                  <c:v>2024-11</c:v>
                </c:pt>
              </c:strCache>
            </c:strRef>
          </c:cat>
          <c:val>
            <c:numRef>
              <c:f>Sheet1!$B$2:$B$180</c:f>
              <c:numCache>
                <c:formatCode>General</c:formatCode>
                <c:ptCount val="179"/>
                <c:pt idx="0">
                  <c:v>28.18000031</c:v>
                </c:pt>
                <c:pt idx="1">
                  <c:v>28.67000008</c:v>
                </c:pt>
                <c:pt idx="2">
                  <c:v>29.29000092</c:v>
                </c:pt>
                <c:pt idx="3">
                  <c:v>30.54000092</c:v>
                </c:pt>
                <c:pt idx="4">
                  <c:v>25.79999924</c:v>
                </c:pt>
                <c:pt idx="5">
                  <c:v>23.01000023</c:v>
                </c:pt>
                <c:pt idx="6">
                  <c:v>25.80999947</c:v>
                </c:pt>
                <c:pt idx="7">
                  <c:v>23.46999931</c:v>
                </c:pt>
                <c:pt idx="8">
                  <c:v>24.48999977</c:v>
                </c:pt>
                <c:pt idx="9">
                  <c:v>26.67000008</c:v>
                </c:pt>
                <c:pt idx="10">
                  <c:v>25.26000023</c:v>
                </c:pt>
                <c:pt idx="11">
                  <c:v>27.90999985</c:v>
                </c:pt>
                <c:pt idx="12">
                  <c:v>27.72999954</c:v>
                </c:pt>
                <c:pt idx="13">
                  <c:v>26.57999992</c:v>
                </c:pt>
                <c:pt idx="14">
                  <c:v>25.38999939</c:v>
                </c:pt>
                <c:pt idx="15">
                  <c:v>25.92000008</c:v>
                </c:pt>
                <c:pt idx="16">
                  <c:v>25.01000023</c:v>
                </c:pt>
                <c:pt idx="17">
                  <c:v>26.0</c:v>
                </c:pt>
                <c:pt idx="18">
                  <c:v>27.39999962</c:v>
                </c:pt>
                <c:pt idx="19">
                  <c:v>26.60000038</c:v>
                </c:pt>
                <c:pt idx="20">
                  <c:v>24.88999939</c:v>
                </c:pt>
                <c:pt idx="21">
                  <c:v>26.62999916</c:v>
                </c:pt>
                <c:pt idx="22">
                  <c:v>25.57999992</c:v>
                </c:pt>
                <c:pt idx="23">
                  <c:v>25.95999908</c:v>
                </c:pt>
                <c:pt idx="24">
                  <c:v>29.53000069</c:v>
                </c:pt>
                <c:pt idx="25">
                  <c:v>31.73999977</c:v>
                </c:pt>
                <c:pt idx="26">
                  <c:v>32.25999832</c:v>
                </c:pt>
                <c:pt idx="27">
                  <c:v>32.02000046</c:v>
                </c:pt>
                <c:pt idx="28">
                  <c:v>29.19000053</c:v>
                </c:pt>
                <c:pt idx="29">
                  <c:v>30.59000015</c:v>
                </c:pt>
                <c:pt idx="30">
                  <c:v>29.46999931</c:v>
                </c:pt>
                <c:pt idx="31">
                  <c:v>30.81999969</c:v>
                </c:pt>
                <c:pt idx="32">
                  <c:v>29.76000023</c:v>
                </c:pt>
                <c:pt idx="33">
                  <c:v>28.54000092</c:v>
                </c:pt>
                <c:pt idx="34">
                  <c:v>26.62000084</c:v>
                </c:pt>
                <c:pt idx="35">
                  <c:v>26.70999908</c:v>
                </c:pt>
                <c:pt idx="36">
                  <c:v>27.45000076</c:v>
                </c:pt>
                <c:pt idx="37">
                  <c:v>27.79999924</c:v>
                </c:pt>
                <c:pt idx="38">
                  <c:v>28.61000061</c:v>
                </c:pt>
                <c:pt idx="39">
                  <c:v>33.09999847</c:v>
                </c:pt>
                <c:pt idx="40">
                  <c:v>34.90000153</c:v>
                </c:pt>
                <c:pt idx="41">
                  <c:v>34.54000092</c:v>
                </c:pt>
                <c:pt idx="42">
                  <c:v>31.84000015</c:v>
                </c:pt>
                <c:pt idx="43">
                  <c:v>33.40000153</c:v>
                </c:pt>
                <c:pt idx="44">
                  <c:v>33.27999878</c:v>
                </c:pt>
                <c:pt idx="45">
                  <c:v>35.40999985</c:v>
                </c:pt>
                <c:pt idx="46">
                  <c:v>38.13000107</c:v>
                </c:pt>
                <c:pt idx="47">
                  <c:v>37.40999985</c:v>
                </c:pt>
                <c:pt idx="48">
                  <c:v>37.84000015</c:v>
                </c:pt>
                <c:pt idx="49">
                  <c:v>38.31000137</c:v>
                </c:pt>
                <c:pt idx="50">
                  <c:v>40.99000168</c:v>
                </c:pt>
                <c:pt idx="51">
                  <c:v>40.40000153</c:v>
                </c:pt>
                <c:pt idx="52">
                  <c:v>40.93999863</c:v>
                </c:pt>
                <c:pt idx="53">
                  <c:v>41.70000076</c:v>
                </c:pt>
                <c:pt idx="54">
                  <c:v>43.15999985</c:v>
                </c:pt>
                <c:pt idx="55">
                  <c:v>45.43000031</c:v>
                </c:pt>
                <c:pt idx="56">
                  <c:v>46.36000061</c:v>
                </c:pt>
                <c:pt idx="57">
                  <c:v>46.95000076</c:v>
                </c:pt>
                <c:pt idx="58">
                  <c:v>47.81000137</c:v>
                </c:pt>
                <c:pt idx="59">
                  <c:v>46.45000076</c:v>
                </c:pt>
                <c:pt idx="60">
                  <c:v>40.40000153</c:v>
                </c:pt>
                <c:pt idx="61">
                  <c:v>43.84999847</c:v>
                </c:pt>
                <c:pt idx="62">
                  <c:v>40.65999985</c:v>
                </c:pt>
                <c:pt idx="63">
                  <c:v>48.63999939</c:v>
                </c:pt>
                <c:pt idx="64">
                  <c:v>46.86000061</c:v>
                </c:pt>
                <c:pt idx="65">
                  <c:v>44.15000153</c:v>
                </c:pt>
                <c:pt idx="66">
                  <c:v>46.70000076</c:v>
                </c:pt>
                <c:pt idx="67">
                  <c:v>43.52000046</c:v>
                </c:pt>
                <c:pt idx="68">
                  <c:v>44.25999832</c:v>
                </c:pt>
                <c:pt idx="69">
                  <c:v>52.63999939</c:v>
                </c:pt>
                <c:pt idx="70">
                  <c:v>54.34999847</c:v>
                </c:pt>
                <c:pt idx="71">
                  <c:v>55.47999954</c:v>
                </c:pt>
                <c:pt idx="72">
                  <c:v>55.09000015</c:v>
                </c:pt>
                <c:pt idx="73">
                  <c:v>50.88000107</c:v>
                </c:pt>
                <c:pt idx="74">
                  <c:v>55.22999954</c:v>
                </c:pt>
                <c:pt idx="75">
                  <c:v>49.86999893</c:v>
                </c:pt>
                <c:pt idx="76">
                  <c:v>53.0</c:v>
                </c:pt>
                <c:pt idx="77">
                  <c:v>51.16999817</c:v>
                </c:pt>
                <c:pt idx="78">
                  <c:v>56.68000031</c:v>
                </c:pt>
                <c:pt idx="79">
                  <c:v>57.45999908</c:v>
                </c:pt>
                <c:pt idx="80">
                  <c:v>57.59999847</c:v>
                </c:pt>
                <c:pt idx="81">
                  <c:v>59.91999817</c:v>
                </c:pt>
                <c:pt idx="82">
                  <c:v>60.25999832</c:v>
                </c:pt>
                <c:pt idx="83">
                  <c:v>62.13999939</c:v>
                </c:pt>
                <c:pt idx="84">
                  <c:v>64.65000153</c:v>
                </c:pt>
                <c:pt idx="85">
                  <c:v>63.97999954</c:v>
                </c:pt>
                <c:pt idx="86">
                  <c:v>65.86000061</c:v>
                </c:pt>
                <c:pt idx="87">
                  <c:v>68.45999908</c:v>
                </c:pt>
                <c:pt idx="88">
                  <c:v>69.83999634</c:v>
                </c:pt>
                <c:pt idx="89">
                  <c:v>68.93000031</c:v>
                </c:pt>
                <c:pt idx="90">
                  <c:v>72.69999695</c:v>
                </c:pt>
                <c:pt idx="91">
                  <c:v>74.76999664</c:v>
                </c:pt>
                <c:pt idx="92">
                  <c:v>74.48999786</c:v>
                </c:pt>
                <c:pt idx="93">
                  <c:v>83.18000031</c:v>
                </c:pt>
                <c:pt idx="94">
                  <c:v>84.16999817</c:v>
                </c:pt>
                <c:pt idx="95">
                  <c:v>85.54000092</c:v>
                </c:pt>
                <c:pt idx="96">
                  <c:v>95.01000214</c:v>
                </c:pt>
                <c:pt idx="97">
                  <c:v>93.76999664</c:v>
                </c:pt>
                <c:pt idx="98">
                  <c:v>91.26999664</c:v>
                </c:pt>
                <c:pt idx="99">
                  <c:v>93.51999664</c:v>
                </c:pt>
                <c:pt idx="100">
                  <c:v>98.83999634</c:v>
                </c:pt>
                <c:pt idx="101">
                  <c:v>98.61000061</c:v>
                </c:pt>
                <c:pt idx="102">
                  <c:v>106.0800018</c:v>
                </c:pt>
                <c:pt idx="103">
                  <c:v>112.3300018</c:v>
                </c:pt>
                <c:pt idx="104">
                  <c:v>114.3700027</c:v>
                </c:pt>
                <c:pt idx="105">
                  <c:v>106.8099976</c:v>
                </c:pt>
                <c:pt idx="106">
                  <c:v>110.8899994</c:v>
                </c:pt>
                <c:pt idx="107">
                  <c:v>101.5699997</c:v>
                </c:pt>
                <c:pt idx="108">
                  <c:v>104.4300003</c:v>
                </c:pt>
                <c:pt idx="109">
                  <c:v>112.0299988</c:v>
                </c:pt>
                <c:pt idx="110">
                  <c:v>117.9400024</c:v>
                </c:pt>
                <c:pt idx="111">
                  <c:v>130.6000061</c:v>
                </c:pt>
                <c:pt idx="112">
                  <c:v>123.6800003</c:v>
                </c:pt>
                <c:pt idx="113">
                  <c:v>133.9600067</c:v>
                </c:pt>
                <c:pt idx="114">
                  <c:v>136.2700043</c:v>
                </c:pt>
                <c:pt idx="115">
                  <c:v>137.8600006</c:v>
                </c:pt>
                <c:pt idx="116">
                  <c:v>139.0299988</c:v>
                </c:pt>
                <c:pt idx="117">
                  <c:v>143.3699951</c:v>
                </c:pt>
                <c:pt idx="118">
                  <c:v>151.3800049</c:v>
                </c:pt>
                <c:pt idx="119">
                  <c:v>157.6999969</c:v>
                </c:pt>
                <c:pt idx="120">
                  <c:v>170.2299957</c:v>
                </c:pt>
                <c:pt idx="121">
                  <c:v>162.0099945</c:v>
                </c:pt>
                <c:pt idx="122">
                  <c:v>157.7100067</c:v>
                </c:pt>
                <c:pt idx="123">
                  <c:v>179.2100067</c:v>
                </c:pt>
                <c:pt idx="124">
                  <c:v>183.25</c:v>
                </c:pt>
                <c:pt idx="125">
                  <c:v>203.5099945</c:v>
                </c:pt>
                <c:pt idx="126">
                  <c:v>205.0099945</c:v>
                </c:pt>
                <c:pt idx="127">
                  <c:v>225.5299988</c:v>
                </c:pt>
                <c:pt idx="128">
                  <c:v>210.3300018</c:v>
                </c:pt>
                <c:pt idx="129">
                  <c:v>202.4700012</c:v>
                </c:pt>
                <c:pt idx="130">
                  <c:v>214.0700073</c:v>
                </c:pt>
                <c:pt idx="131">
                  <c:v>222.4199982</c:v>
                </c:pt>
                <c:pt idx="132">
                  <c:v>231.9600067</c:v>
                </c:pt>
                <c:pt idx="133">
                  <c:v>232.3800049</c:v>
                </c:pt>
                <c:pt idx="134">
                  <c:v>235.7700043</c:v>
                </c:pt>
                <c:pt idx="135">
                  <c:v>252.1799927</c:v>
                </c:pt>
                <c:pt idx="136">
                  <c:v>249.6799927</c:v>
                </c:pt>
                <c:pt idx="137">
                  <c:v>270.8999939</c:v>
                </c:pt>
                <c:pt idx="138">
                  <c:v>284.9100037</c:v>
                </c:pt>
                <c:pt idx="139">
                  <c:v>301.8800049</c:v>
                </c:pt>
                <c:pt idx="140">
                  <c:v>281.9200134</c:v>
                </c:pt>
                <c:pt idx="141">
                  <c:v>331.6199951</c:v>
                </c:pt>
                <c:pt idx="142">
                  <c:v>330.5899963</c:v>
                </c:pt>
                <c:pt idx="143">
                  <c:v>336.3200073</c:v>
                </c:pt>
                <c:pt idx="144">
                  <c:v>310.980011</c:v>
                </c:pt>
                <c:pt idx="145">
                  <c:v>298.7900085</c:v>
                </c:pt>
                <c:pt idx="146">
                  <c:v>308.3099976</c:v>
                </c:pt>
                <c:pt idx="147">
                  <c:v>277.519989</c:v>
                </c:pt>
                <c:pt idx="148">
                  <c:v>271.8699951</c:v>
                </c:pt>
                <c:pt idx="149">
                  <c:v>256.8299866</c:v>
                </c:pt>
                <c:pt idx="150">
                  <c:v>280.7399902</c:v>
                </c:pt>
                <c:pt idx="151">
                  <c:v>261.4700012</c:v>
                </c:pt>
                <c:pt idx="152">
                  <c:v>232.8999939</c:v>
                </c:pt>
                <c:pt idx="153">
                  <c:v>232.1300049</c:v>
                </c:pt>
                <c:pt idx="154">
                  <c:v>255.1399994</c:v>
                </c:pt>
                <c:pt idx="155">
                  <c:v>239.8200073</c:v>
                </c:pt>
                <c:pt idx="156">
                  <c:v>247.8099976</c:v>
                </c:pt>
                <c:pt idx="157">
                  <c:v>249.4199982</c:v>
                </c:pt>
                <c:pt idx="158">
                  <c:v>288.2999878</c:v>
                </c:pt>
                <c:pt idx="159">
                  <c:v>307.2600098</c:v>
                </c:pt>
                <c:pt idx="160">
                  <c:v>328.3900146</c:v>
                </c:pt>
                <c:pt idx="161">
                  <c:v>340.5400085</c:v>
                </c:pt>
                <c:pt idx="162">
                  <c:v>335.9200134</c:v>
                </c:pt>
                <c:pt idx="163">
                  <c:v>327.7600098</c:v>
                </c:pt>
                <c:pt idx="164">
                  <c:v>315.75</c:v>
                </c:pt>
                <c:pt idx="165">
                  <c:v>338.1099854</c:v>
                </c:pt>
                <c:pt idx="166">
                  <c:v>378.9100037</c:v>
                </c:pt>
                <c:pt idx="167">
                  <c:v>376.0400085</c:v>
                </c:pt>
                <c:pt idx="168">
                  <c:v>397.5799866</c:v>
                </c:pt>
                <c:pt idx="169">
                  <c:v>413.6400146</c:v>
                </c:pt>
                <c:pt idx="170">
                  <c:v>420.7200012</c:v>
                </c:pt>
                <c:pt idx="171">
                  <c:v>389.3299866</c:v>
                </c:pt>
                <c:pt idx="172">
                  <c:v>415.1300049</c:v>
                </c:pt>
                <c:pt idx="173">
                  <c:v>446.9500122</c:v>
                </c:pt>
                <c:pt idx="174">
                  <c:v>418.3500061</c:v>
                </c:pt>
                <c:pt idx="175">
                  <c:v>417.1400146</c:v>
                </c:pt>
                <c:pt idx="176">
                  <c:v>430.2999878</c:v>
                </c:pt>
                <c:pt idx="177">
                  <c:v>406.3500061</c:v>
                </c:pt>
                <c:pt idx="178">
                  <c:v>408.4599915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0" sourceLinked="0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solidFill>
              <a:srgbClr val="2F6FD4"/>
            </a:solidFill>
            <a:ln w="21590">
              <a:solidFill>
                <a:srgbClr val="2F6FD4"/>
              </a:solidFill>
            </a:ln>
          </c:spPr>
          <c:marker>
            <c:symbol val="none"/>
          </c:marker>
          <c:cat>
            <c:strRef>
              <c:f>Sheet1!$A$2:$A$180</c:f>
              <c:strCache>
                <c:ptCount val="179"/>
                <c:pt idx="0">
                  <c:v>2010-01</c:v>
                </c:pt>
                <c:pt idx="1">
                  <c:v>2010-02</c:v>
                </c:pt>
                <c:pt idx="2">
                  <c:v>2010-03</c:v>
                </c:pt>
                <c:pt idx="3">
                  <c:v>2010-04</c:v>
                </c:pt>
                <c:pt idx="4">
                  <c:v>2010-05</c:v>
                </c:pt>
                <c:pt idx="5">
                  <c:v>2010-06</c:v>
                </c:pt>
                <c:pt idx="6">
                  <c:v>2010-07</c:v>
                </c:pt>
                <c:pt idx="7">
                  <c:v>2010-08</c:v>
                </c:pt>
                <c:pt idx="8">
                  <c:v>2010-09</c:v>
                </c:pt>
                <c:pt idx="9">
                  <c:v>2010-10</c:v>
                </c:pt>
                <c:pt idx="10">
                  <c:v>2010-11</c:v>
                </c:pt>
                <c:pt idx="11">
                  <c:v>2010-12</c:v>
                </c:pt>
                <c:pt idx="12">
                  <c:v>2011-01</c:v>
                </c:pt>
                <c:pt idx="13">
                  <c:v>2011-02</c:v>
                </c:pt>
                <c:pt idx="14">
                  <c:v>2011-03</c:v>
                </c:pt>
                <c:pt idx="15">
                  <c:v>2011-04</c:v>
                </c:pt>
                <c:pt idx="16">
                  <c:v>2011-05</c:v>
                </c:pt>
                <c:pt idx="17">
                  <c:v>2011-06</c:v>
                </c:pt>
                <c:pt idx="18">
                  <c:v>2011-07</c:v>
                </c:pt>
                <c:pt idx="19">
                  <c:v>2011-08</c:v>
                </c:pt>
                <c:pt idx="20">
                  <c:v>2011-09</c:v>
                </c:pt>
                <c:pt idx="21">
                  <c:v>2011-10</c:v>
                </c:pt>
                <c:pt idx="22">
                  <c:v>2011-11</c:v>
                </c:pt>
                <c:pt idx="23">
                  <c:v>2011-12</c:v>
                </c:pt>
                <c:pt idx="24">
                  <c:v>2012-01</c:v>
                </c:pt>
                <c:pt idx="25">
                  <c:v>2012-02</c:v>
                </c:pt>
                <c:pt idx="26">
                  <c:v>2012-03</c:v>
                </c:pt>
                <c:pt idx="27">
                  <c:v>2012-04</c:v>
                </c:pt>
                <c:pt idx="28">
                  <c:v>2012-05</c:v>
                </c:pt>
                <c:pt idx="29">
                  <c:v>2012-06</c:v>
                </c:pt>
                <c:pt idx="30">
                  <c:v>2012-07</c:v>
                </c:pt>
                <c:pt idx="31">
                  <c:v>2012-08</c:v>
                </c:pt>
                <c:pt idx="32">
                  <c:v>2012-09</c:v>
                </c:pt>
                <c:pt idx="33">
                  <c:v>2012-10</c:v>
                </c:pt>
                <c:pt idx="34">
                  <c:v>2012-11</c:v>
                </c:pt>
                <c:pt idx="35">
                  <c:v>2012-12</c:v>
                </c:pt>
                <c:pt idx="36">
                  <c:v>2013-01</c:v>
                </c:pt>
                <c:pt idx="37">
                  <c:v>2013-02</c:v>
                </c:pt>
                <c:pt idx="38">
                  <c:v>2013-03</c:v>
                </c:pt>
                <c:pt idx="39">
                  <c:v>2013-04</c:v>
                </c:pt>
                <c:pt idx="40">
                  <c:v>2013-05</c:v>
                </c:pt>
                <c:pt idx="41">
                  <c:v>2013-06</c:v>
                </c:pt>
                <c:pt idx="42">
                  <c:v>2013-07</c:v>
                </c:pt>
                <c:pt idx="43">
                  <c:v>2013-08</c:v>
                </c:pt>
                <c:pt idx="44">
                  <c:v>2013-09</c:v>
                </c:pt>
                <c:pt idx="45">
                  <c:v>2013-10</c:v>
                </c:pt>
                <c:pt idx="46">
                  <c:v>2013-11</c:v>
                </c:pt>
                <c:pt idx="47">
                  <c:v>2013-12</c:v>
                </c:pt>
                <c:pt idx="48">
                  <c:v>2014-01</c:v>
                </c:pt>
                <c:pt idx="49">
                  <c:v>2014-02</c:v>
                </c:pt>
                <c:pt idx="50">
                  <c:v>2014-03</c:v>
                </c:pt>
                <c:pt idx="51">
                  <c:v>2014-04</c:v>
                </c:pt>
                <c:pt idx="52">
                  <c:v>2014-05</c:v>
                </c:pt>
                <c:pt idx="53">
                  <c:v>2014-06</c:v>
                </c:pt>
                <c:pt idx="54">
                  <c:v>2014-07</c:v>
                </c:pt>
                <c:pt idx="55">
                  <c:v>2014-08</c:v>
                </c:pt>
                <c:pt idx="56">
                  <c:v>2014-09</c:v>
                </c:pt>
                <c:pt idx="57">
                  <c:v>2014-10</c:v>
                </c:pt>
                <c:pt idx="58">
                  <c:v>2014-11</c:v>
                </c:pt>
                <c:pt idx="59">
                  <c:v>2014-12</c:v>
                </c:pt>
                <c:pt idx="60">
                  <c:v>2015-01</c:v>
                </c:pt>
                <c:pt idx="61">
                  <c:v>2015-02</c:v>
                </c:pt>
                <c:pt idx="62">
                  <c:v>2015-03</c:v>
                </c:pt>
                <c:pt idx="63">
                  <c:v>2015-04</c:v>
                </c:pt>
                <c:pt idx="64">
                  <c:v>2015-05</c:v>
                </c:pt>
                <c:pt idx="65">
                  <c:v>2015-06</c:v>
                </c:pt>
                <c:pt idx="66">
                  <c:v>2015-07</c:v>
                </c:pt>
                <c:pt idx="67">
                  <c:v>2015-08</c:v>
                </c:pt>
                <c:pt idx="68">
                  <c:v>2015-09</c:v>
                </c:pt>
                <c:pt idx="69">
                  <c:v>2015-10</c:v>
                </c:pt>
                <c:pt idx="70">
                  <c:v>2015-11</c:v>
                </c:pt>
                <c:pt idx="71">
                  <c:v>2015-12</c:v>
                </c:pt>
                <c:pt idx="72">
                  <c:v>2016-01</c:v>
                </c:pt>
                <c:pt idx="73">
                  <c:v>2016-02</c:v>
                </c:pt>
                <c:pt idx="74">
                  <c:v>2016-03</c:v>
                </c:pt>
                <c:pt idx="75">
                  <c:v>2016-04</c:v>
                </c:pt>
                <c:pt idx="76">
                  <c:v>2016-05</c:v>
                </c:pt>
                <c:pt idx="77">
                  <c:v>2016-06</c:v>
                </c:pt>
                <c:pt idx="78">
                  <c:v>2016-07</c:v>
                </c:pt>
                <c:pt idx="79">
                  <c:v>2016-08</c:v>
                </c:pt>
                <c:pt idx="80">
                  <c:v>2016-09</c:v>
                </c:pt>
                <c:pt idx="81">
                  <c:v>2016-10</c:v>
                </c:pt>
                <c:pt idx="82">
                  <c:v>2016-11</c:v>
                </c:pt>
                <c:pt idx="83">
                  <c:v>2016-12</c:v>
                </c:pt>
                <c:pt idx="84">
                  <c:v>2017-01</c:v>
                </c:pt>
                <c:pt idx="85">
                  <c:v>2017-02</c:v>
                </c:pt>
                <c:pt idx="86">
                  <c:v>2017-03</c:v>
                </c:pt>
                <c:pt idx="87">
                  <c:v>2017-04</c:v>
                </c:pt>
                <c:pt idx="88">
                  <c:v>2017-05</c:v>
                </c:pt>
                <c:pt idx="89">
                  <c:v>2017-06</c:v>
                </c:pt>
                <c:pt idx="90">
                  <c:v>2017-07</c:v>
                </c:pt>
                <c:pt idx="91">
                  <c:v>2017-08</c:v>
                </c:pt>
                <c:pt idx="92">
                  <c:v>2017-09</c:v>
                </c:pt>
                <c:pt idx="93">
                  <c:v>2017-10</c:v>
                </c:pt>
                <c:pt idx="94">
                  <c:v>2017-11</c:v>
                </c:pt>
                <c:pt idx="95">
                  <c:v>2017-12</c:v>
                </c:pt>
                <c:pt idx="96">
                  <c:v>2018-01</c:v>
                </c:pt>
                <c:pt idx="97">
                  <c:v>2018-02</c:v>
                </c:pt>
                <c:pt idx="98">
                  <c:v>2018-03</c:v>
                </c:pt>
                <c:pt idx="99">
                  <c:v>2018-04</c:v>
                </c:pt>
                <c:pt idx="100">
                  <c:v>2018-05</c:v>
                </c:pt>
                <c:pt idx="101">
                  <c:v>2018-06</c:v>
                </c:pt>
                <c:pt idx="102">
                  <c:v>2018-07</c:v>
                </c:pt>
                <c:pt idx="103">
                  <c:v>2018-08</c:v>
                </c:pt>
                <c:pt idx="104">
                  <c:v>2018-09</c:v>
                </c:pt>
                <c:pt idx="105">
                  <c:v>2018-10</c:v>
                </c:pt>
                <c:pt idx="106">
                  <c:v>2018-11</c:v>
                </c:pt>
                <c:pt idx="107">
                  <c:v>2018-12</c:v>
                </c:pt>
                <c:pt idx="108">
                  <c:v>2019-01</c:v>
                </c:pt>
                <c:pt idx="109">
                  <c:v>2019-02</c:v>
                </c:pt>
                <c:pt idx="110">
                  <c:v>2019-03</c:v>
                </c:pt>
                <c:pt idx="111">
                  <c:v>2019-04</c:v>
                </c:pt>
                <c:pt idx="112">
                  <c:v>2019-05</c:v>
                </c:pt>
                <c:pt idx="113">
                  <c:v>2019-06</c:v>
                </c:pt>
                <c:pt idx="114">
                  <c:v>2019-07</c:v>
                </c:pt>
                <c:pt idx="115">
                  <c:v>2019-08</c:v>
                </c:pt>
                <c:pt idx="116">
                  <c:v>2019-09</c:v>
                </c:pt>
                <c:pt idx="117">
                  <c:v>2019-10</c:v>
                </c:pt>
                <c:pt idx="118">
                  <c:v>2019-11</c:v>
                </c:pt>
                <c:pt idx="119">
                  <c:v>2019-12</c:v>
                </c:pt>
                <c:pt idx="120">
                  <c:v>2020-01</c:v>
                </c:pt>
                <c:pt idx="121">
                  <c:v>2020-02</c:v>
                </c:pt>
                <c:pt idx="122">
                  <c:v>2020-03</c:v>
                </c:pt>
                <c:pt idx="123">
                  <c:v>2020-04</c:v>
                </c:pt>
                <c:pt idx="124">
                  <c:v>2020-05</c:v>
                </c:pt>
                <c:pt idx="125">
                  <c:v>2020-06</c:v>
                </c:pt>
                <c:pt idx="126">
                  <c:v>2020-07</c:v>
                </c:pt>
                <c:pt idx="127">
                  <c:v>2020-08</c:v>
                </c:pt>
                <c:pt idx="128">
                  <c:v>2020-09</c:v>
                </c:pt>
                <c:pt idx="129">
                  <c:v>2020-10</c:v>
                </c:pt>
                <c:pt idx="130">
                  <c:v>2020-11</c:v>
                </c:pt>
                <c:pt idx="131">
                  <c:v>2020-12</c:v>
                </c:pt>
                <c:pt idx="132">
                  <c:v>2021-01</c:v>
                </c:pt>
                <c:pt idx="133">
                  <c:v>2021-02</c:v>
                </c:pt>
                <c:pt idx="134">
                  <c:v>2021-03</c:v>
                </c:pt>
                <c:pt idx="135">
                  <c:v>2021-04</c:v>
                </c:pt>
                <c:pt idx="136">
                  <c:v>2021-05</c:v>
                </c:pt>
                <c:pt idx="137">
                  <c:v>2021-06</c:v>
                </c:pt>
                <c:pt idx="138">
                  <c:v>2021-07</c:v>
                </c:pt>
                <c:pt idx="139">
                  <c:v>2021-08</c:v>
                </c:pt>
                <c:pt idx="140">
                  <c:v>2021-09</c:v>
                </c:pt>
                <c:pt idx="141">
                  <c:v>2021-10</c:v>
                </c:pt>
                <c:pt idx="142">
                  <c:v>2021-11</c:v>
                </c:pt>
                <c:pt idx="143">
                  <c:v>2021-12</c:v>
                </c:pt>
                <c:pt idx="144">
                  <c:v>2022-01</c:v>
                </c:pt>
                <c:pt idx="145">
                  <c:v>2022-02</c:v>
                </c:pt>
                <c:pt idx="146">
                  <c:v>2022-03</c:v>
                </c:pt>
                <c:pt idx="147">
                  <c:v>2022-04</c:v>
                </c:pt>
                <c:pt idx="148">
                  <c:v>2022-05</c:v>
                </c:pt>
                <c:pt idx="149">
                  <c:v>2022-06</c:v>
                </c:pt>
                <c:pt idx="150">
                  <c:v>2022-07</c:v>
                </c:pt>
                <c:pt idx="151">
                  <c:v>2022-08</c:v>
                </c:pt>
                <c:pt idx="152">
                  <c:v>2022-09</c:v>
                </c:pt>
                <c:pt idx="153">
                  <c:v>2022-10</c:v>
                </c:pt>
                <c:pt idx="154">
                  <c:v>2022-11</c:v>
                </c:pt>
                <c:pt idx="155">
                  <c:v>2022-12</c:v>
                </c:pt>
                <c:pt idx="156">
                  <c:v>2023-01</c:v>
                </c:pt>
                <c:pt idx="157">
                  <c:v>2023-02</c:v>
                </c:pt>
                <c:pt idx="158">
                  <c:v>2023-03</c:v>
                </c:pt>
                <c:pt idx="159">
                  <c:v>2023-04</c:v>
                </c:pt>
                <c:pt idx="160">
                  <c:v>2023-05</c:v>
                </c:pt>
                <c:pt idx="161">
                  <c:v>2023-06</c:v>
                </c:pt>
                <c:pt idx="162">
                  <c:v>2023-07</c:v>
                </c:pt>
                <c:pt idx="163">
                  <c:v>2023-08</c:v>
                </c:pt>
                <c:pt idx="164">
                  <c:v>2023-09</c:v>
                </c:pt>
                <c:pt idx="165">
                  <c:v>2023-10</c:v>
                </c:pt>
                <c:pt idx="166">
                  <c:v>2023-11</c:v>
                </c:pt>
                <c:pt idx="167">
                  <c:v>2023-12</c:v>
                </c:pt>
                <c:pt idx="168">
                  <c:v>2024-01</c:v>
                </c:pt>
                <c:pt idx="169">
                  <c:v>2024-02</c:v>
                </c:pt>
                <c:pt idx="170">
                  <c:v>2024-03</c:v>
                </c:pt>
                <c:pt idx="171">
                  <c:v>2024-04</c:v>
                </c:pt>
                <c:pt idx="172">
                  <c:v>2024-05</c:v>
                </c:pt>
                <c:pt idx="173">
                  <c:v>2024-06</c:v>
                </c:pt>
                <c:pt idx="174">
                  <c:v>2024-07</c:v>
                </c:pt>
                <c:pt idx="175">
                  <c:v>2024-08</c:v>
                </c:pt>
                <c:pt idx="176">
                  <c:v>2024-09</c:v>
                </c:pt>
                <c:pt idx="177">
                  <c:v>2024-10</c:v>
                </c:pt>
                <c:pt idx="178">
                  <c:v>2024-11</c:v>
                </c:pt>
              </c:strCache>
            </c:strRef>
          </c:cat>
          <c:val>
            <c:numRef>
              <c:f>Sheet1!$B$2:$B$180</c:f>
              <c:numCache>
                <c:formatCode>General</c:formatCode>
                <c:ptCount val="179"/>
                <c:pt idx="0">
                  <c:v>28.18000031</c:v>
                </c:pt>
                <c:pt idx="1">
                  <c:v>28.67000008</c:v>
                </c:pt>
                <c:pt idx="2">
                  <c:v>29.29000092</c:v>
                </c:pt>
                <c:pt idx="3">
                  <c:v>30.54000092</c:v>
                </c:pt>
                <c:pt idx="4">
                  <c:v>25.79999924</c:v>
                </c:pt>
                <c:pt idx="5">
                  <c:v>23.01000023</c:v>
                </c:pt>
                <c:pt idx="6">
                  <c:v>25.80999947</c:v>
                </c:pt>
                <c:pt idx="7">
                  <c:v>23.46999931</c:v>
                </c:pt>
                <c:pt idx="8">
                  <c:v>24.48999977</c:v>
                </c:pt>
                <c:pt idx="9">
                  <c:v>26.67000008</c:v>
                </c:pt>
                <c:pt idx="10">
                  <c:v>25.26000023</c:v>
                </c:pt>
                <c:pt idx="11">
                  <c:v>27.90999985</c:v>
                </c:pt>
                <c:pt idx="12">
                  <c:v>27.72999954</c:v>
                </c:pt>
                <c:pt idx="13">
                  <c:v>26.57999992</c:v>
                </c:pt>
                <c:pt idx="14">
                  <c:v>25.38999939</c:v>
                </c:pt>
                <c:pt idx="15">
                  <c:v>25.92000008</c:v>
                </c:pt>
                <c:pt idx="16">
                  <c:v>25.01000023</c:v>
                </c:pt>
                <c:pt idx="17">
                  <c:v>26.0</c:v>
                </c:pt>
                <c:pt idx="18">
                  <c:v>27.39999962</c:v>
                </c:pt>
                <c:pt idx="19">
                  <c:v>26.60000038</c:v>
                </c:pt>
                <c:pt idx="20">
                  <c:v>24.88999939</c:v>
                </c:pt>
                <c:pt idx="21">
                  <c:v>26.62999916</c:v>
                </c:pt>
                <c:pt idx="22">
                  <c:v>25.57999992</c:v>
                </c:pt>
                <c:pt idx="23">
                  <c:v>25.95999908</c:v>
                </c:pt>
                <c:pt idx="24">
                  <c:v>29.53000069</c:v>
                </c:pt>
                <c:pt idx="25">
                  <c:v>31.73999977</c:v>
                </c:pt>
                <c:pt idx="26">
                  <c:v>32.25999832</c:v>
                </c:pt>
                <c:pt idx="27">
                  <c:v>32.02000046</c:v>
                </c:pt>
                <c:pt idx="28">
                  <c:v>29.19000053</c:v>
                </c:pt>
                <c:pt idx="29">
                  <c:v>30.59000015</c:v>
                </c:pt>
                <c:pt idx="30">
                  <c:v>29.46999931</c:v>
                </c:pt>
                <c:pt idx="31">
                  <c:v>30.81999969</c:v>
                </c:pt>
                <c:pt idx="32">
                  <c:v>29.76000023</c:v>
                </c:pt>
                <c:pt idx="33">
                  <c:v>28.54000092</c:v>
                </c:pt>
                <c:pt idx="34">
                  <c:v>26.62000084</c:v>
                </c:pt>
                <c:pt idx="35">
                  <c:v>26.70999908</c:v>
                </c:pt>
                <c:pt idx="36">
                  <c:v>27.45000076</c:v>
                </c:pt>
                <c:pt idx="37">
                  <c:v>27.79999924</c:v>
                </c:pt>
                <c:pt idx="38">
                  <c:v>28.61000061</c:v>
                </c:pt>
                <c:pt idx="39">
                  <c:v>33.09999847</c:v>
                </c:pt>
                <c:pt idx="40">
                  <c:v>34.90000153</c:v>
                </c:pt>
                <c:pt idx="41">
                  <c:v>34.54000092</c:v>
                </c:pt>
                <c:pt idx="42">
                  <c:v>31.84000015</c:v>
                </c:pt>
                <c:pt idx="43">
                  <c:v>33.40000153</c:v>
                </c:pt>
                <c:pt idx="44">
                  <c:v>33.27999878</c:v>
                </c:pt>
                <c:pt idx="45">
                  <c:v>35.40999985</c:v>
                </c:pt>
                <c:pt idx="46">
                  <c:v>38.13000107</c:v>
                </c:pt>
                <c:pt idx="47">
                  <c:v>37.40999985</c:v>
                </c:pt>
                <c:pt idx="48">
                  <c:v>37.84000015</c:v>
                </c:pt>
                <c:pt idx="49">
                  <c:v>38.31000137</c:v>
                </c:pt>
                <c:pt idx="50">
                  <c:v>40.99000168</c:v>
                </c:pt>
                <c:pt idx="51">
                  <c:v>40.40000153</c:v>
                </c:pt>
                <c:pt idx="52">
                  <c:v>40.93999863</c:v>
                </c:pt>
                <c:pt idx="53">
                  <c:v>41.70000076</c:v>
                </c:pt>
                <c:pt idx="54">
                  <c:v>43.15999985</c:v>
                </c:pt>
                <c:pt idx="55">
                  <c:v>45.43000031</c:v>
                </c:pt>
                <c:pt idx="56">
                  <c:v>46.36000061</c:v>
                </c:pt>
                <c:pt idx="57">
                  <c:v>46.95000076</c:v>
                </c:pt>
                <c:pt idx="58">
                  <c:v>47.81000137</c:v>
                </c:pt>
                <c:pt idx="59">
                  <c:v>46.45000076</c:v>
                </c:pt>
                <c:pt idx="60">
                  <c:v>40.40000153</c:v>
                </c:pt>
                <c:pt idx="61">
                  <c:v>43.84999847</c:v>
                </c:pt>
                <c:pt idx="62">
                  <c:v>40.65999985</c:v>
                </c:pt>
                <c:pt idx="63">
                  <c:v>48.63999939</c:v>
                </c:pt>
                <c:pt idx="64">
                  <c:v>46.86000061</c:v>
                </c:pt>
                <c:pt idx="65">
                  <c:v>44.15000153</c:v>
                </c:pt>
                <c:pt idx="66">
                  <c:v>46.70000076</c:v>
                </c:pt>
                <c:pt idx="67">
                  <c:v>43.52000046</c:v>
                </c:pt>
                <c:pt idx="68">
                  <c:v>44.25999832</c:v>
                </c:pt>
                <c:pt idx="69">
                  <c:v>52.63999939</c:v>
                </c:pt>
                <c:pt idx="70">
                  <c:v>54.34999847</c:v>
                </c:pt>
                <c:pt idx="71">
                  <c:v>55.47999954</c:v>
                </c:pt>
                <c:pt idx="72">
                  <c:v>55.09000015</c:v>
                </c:pt>
                <c:pt idx="73">
                  <c:v>50.88000107</c:v>
                </c:pt>
                <c:pt idx="74">
                  <c:v>55.22999954</c:v>
                </c:pt>
                <c:pt idx="75">
                  <c:v>49.86999893</c:v>
                </c:pt>
                <c:pt idx="76">
                  <c:v>53.0</c:v>
                </c:pt>
                <c:pt idx="77">
                  <c:v>51.16999817</c:v>
                </c:pt>
                <c:pt idx="78">
                  <c:v>56.68000031</c:v>
                </c:pt>
                <c:pt idx="79">
                  <c:v>57.45999908</c:v>
                </c:pt>
                <c:pt idx="80">
                  <c:v>57.59999847</c:v>
                </c:pt>
                <c:pt idx="81">
                  <c:v>59.91999817</c:v>
                </c:pt>
                <c:pt idx="82">
                  <c:v>60.25999832</c:v>
                </c:pt>
                <c:pt idx="83">
                  <c:v>62.13999939</c:v>
                </c:pt>
                <c:pt idx="84">
                  <c:v>64.65000153</c:v>
                </c:pt>
                <c:pt idx="85">
                  <c:v>63.97999954</c:v>
                </c:pt>
                <c:pt idx="86">
                  <c:v>65.86000061</c:v>
                </c:pt>
                <c:pt idx="87">
                  <c:v>68.45999908</c:v>
                </c:pt>
                <c:pt idx="88">
                  <c:v>69.83999634</c:v>
                </c:pt>
                <c:pt idx="89">
                  <c:v>68.93000031</c:v>
                </c:pt>
                <c:pt idx="90">
                  <c:v>72.69999695</c:v>
                </c:pt>
                <c:pt idx="91">
                  <c:v>74.76999664</c:v>
                </c:pt>
                <c:pt idx="92">
                  <c:v>74.48999786</c:v>
                </c:pt>
                <c:pt idx="93">
                  <c:v>83.18000031</c:v>
                </c:pt>
                <c:pt idx="94">
                  <c:v>84.16999817</c:v>
                </c:pt>
                <c:pt idx="95">
                  <c:v>85.54000092</c:v>
                </c:pt>
                <c:pt idx="96">
                  <c:v>95.01000214</c:v>
                </c:pt>
                <c:pt idx="97">
                  <c:v>93.76999664</c:v>
                </c:pt>
                <c:pt idx="98">
                  <c:v>91.26999664</c:v>
                </c:pt>
                <c:pt idx="99">
                  <c:v>93.51999664</c:v>
                </c:pt>
                <c:pt idx="100">
                  <c:v>98.83999634</c:v>
                </c:pt>
                <c:pt idx="101">
                  <c:v>98.61000061</c:v>
                </c:pt>
                <c:pt idx="102">
                  <c:v>106.0800018</c:v>
                </c:pt>
                <c:pt idx="103">
                  <c:v>112.3300018</c:v>
                </c:pt>
                <c:pt idx="104">
                  <c:v>114.3700027</c:v>
                </c:pt>
                <c:pt idx="105">
                  <c:v>106.8099976</c:v>
                </c:pt>
                <c:pt idx="106">
                  <c:v>110.8899994</c:v>
                </c:pt>
                <c:pt idx="107">
                  <c:v>101.5699997</c:v>
                </c:pt>
                <c:pt idx="108">
                  <c:v>104.4300003</c:v>
                </c:pt>
                <c:pt idx="109">
                  <c:v>112.0299988</c:v>
                </c:pt>
                <c:pt idx="110">
                  <c:v>117.9400024</c:v>
                </c:pt>
                <c:pt idx="111">
                  <c:v>130.6000061</c:v>
                </c:pt>
                <c:pt idx="112">
                  <c:v>123.6800003</c:v>
                </c:pt>
                <c:pt idx="113">
                  <c:v>133.9600067</c:v>
                </c:pt>
                <c:pt idx="114">
                  <c:v>136.2700043</c:v>
                </c:pt>
                <c:pt idx="115">
                  <c:v>137.8600006</c:v>
                </c:pt>
                <c:pt idx="116">
                  <c:v>139.0299988</c:v>
                </c:pt>
                <c:pt idx="117">
                  <c:v>143.3699951</c:v>
                </c:pt>
                <c:pt idx="118">
                  <c:v>151.3800049</c:v>
                </c:pt>
                <c:pt idx="119">
                  <c:v>157.6999969</c:v>
                </c:pt>
                <c:pt idx="120">
                  <c:v>170.2299957</c:v>
                </c:pt>
                <c:pt idx="121">
                  <c:v>162.0099945</c:v>
                </c:pt>
                <c:pt idx="122">
                  <c:v>157.7100067</c:v>
                </c:pt>
                <c:pt idx="123">
                  <c:v>179.2100067</c:v>
                </c:pt>
                <c:pt idx="124">
                  <c:v>183.25</c:v>
                </c:pt>
                <c:pt idx="125">
                  <c:v>203.5099945</c:v>
                </c:pt>
                <c:pt idx="126">
                  <c:v>205.0099945</c:v>
                </c:pt>
                <c:pt idx="127">
                  <c:v>225.5299988</c:v>
                </c:pt>
                <c:pt idx="128">
                  <c:v>210.3300018</c:v>
                </c:pt>
                <c:pt idx="129">
                  <c:v>202.4700012</c:v>
                </c:pt>
                <c:pt idx="130">
                  <c:v>214.0700073</c:v>
                </c:pt>
                <c:pt idx="131">
                  <c:v>222.4199982</c:v>
                </c:pt>
                <c:pt idx="132">
                  <c:v>231.9600067</c:v>
                </c:pt>
                <c:pt idx="133">
                  <c:v>232.3800049</c:v>
                </c:pt>
                <c:pt idx="134">
                  <c:v>235.7700043</c:v>
                </c:pt>
                <c:pt idx="135">
                  <c:v>252.1799927</c:v>
                </c:pt>
                <c:pt idx="136">
                  <c:v>249.6799927</c:v>
                </c:pt>
                <c:pt idx="137">
                  <c:v>270.8999939</c:v>
                </c:pt>
                <c:pt idx="138">
                  <c:v>284.9100037</c:v>
                </c:pt>
                <c:pt idx="139">
                  <c:v>301.8800049</c:v>
                </c:pt>
                <c:pt idx="140">
                  <c:v>281.9200134</c:v>
                </c:pt>
                <c:pt idx="141">
                  <c:v>331.6199951</c:v>
                </c:pt>
                <c:pt idx="142">
                  <c:v>330.5899963</c:v>
                </c:pt>
                <c:pt idx="143">
                  <c:v>336.3200073</c:v>
                </c:pt>
                <c:pt idx="144">
                  <c:v>310.980011</c:v>
                </c:pt>
                <c:pt idx="145">
                  <c:v>298.7900085</c:v>
                </c:pt>
                <c:pt idx="146">
                  <c:v>308.3099976</c:v>
                </c:pt>
                <c:pt idx="147">
                  <c:v>277.519989</c:v>
                </c:pt>
                <c:pt idx="148">
                  <c:v>271.8699951</c:v>
                </c:pt>
                <c:pt idx="149">
                  <c:v>256.8299866</c:v>
                </c:pt>
                <c:pt idx="150">
                  <c:v>280.7399902</c:v>
                </c:pt>
                <c:pt idx="151">
                  <c:v>261.4700012</c:v>
                </c:pt>
                <c:pt idx="152">
                  <c:v>232.8999939</c:v>
                </c:pt>
                <c:pt idx="153">
                  <c:v>232.1300049</c:v>
                </c:pt>
                <c:pt idx="154">
                  <c:v>255.1399994</c:v>
                </c:pt>
                <c:pt idx="155">
                  <c:v>239.8200073</c:v>
                </c:pt>
                <c:pt idx="156">
                  <c:v>247.8099976</c:v>
                </c:pt>
                <c:pt idx="157">
                  <c:v>249.4199982</c:v>
                </c:pt>
                <c:pt idx="158">
                  <c:v>288.2999878</c:v>
                </c:pt>
                <c:pt idx="159">
                  <c:v>307.2600098</c:v>
                </c:pt>
                <c:pt idx="160">
                  <c:v>328.3900146</c:v>
                </c:pt>
                <c:pt idx="161">
                  <c:v>340.5400085</c:v>
                </c:pt>
                <c:pt idx="162">
                  <c:v>335.9200134</c:v>
                </c:pt>
                <c:pt idx="163">
                  <c:v>327.7600098</c:v>
                </c:pt>
                <c:pt idx="164">
                  <c:v>315.75</c:v>
                </c:pt>
                <c:pt idx="165">
                  <c:v>338.1099854</c:v>
                </c:pt>
                <c:pt idx="166">
                  <c:v>378.9100037</c:v>
                </c:pt>
                <c:pt idx="167">
                  <c:v>376.0400085</c:v>
                </c:pt>
                <c:pt idx="168">
                  <c:v>397.5799866</c:v>
                </c:pt>
                <c:pt idx="169">
                  <c:v>413.6400146</c:v>
                </c:pt>
                <c:pt idx="170">
                  <c:v>420.7200012</c:v>
                </c:pt>
                <c:pt idx="171">
                  <c:v>389.3299866</c:v>
                </c:pt>
                <c:pt idx="172">
                  <c:v>415.1300049</c:v>
                </c:pt>
                <c:pt idx="173">
                  <c:v>446.9500122</c:v>
                </c:pt>
                <c:pt idx="174">
                  <c:v>418.3500061</c:v>
                </c:pt>
                <c:pt idx="175">
                  <c:v>417.1400146</c:v>
                </c:pt>
                <c:pt idx="176">
                  <c:v>430.2999878</c:v>
                </c:pt>
                <c:pt idx="177">
                  <c:v>406.3500061</c:v>
                </c:pt>
                <c:pt idx="178">
                  <c:v>408.4599915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50-Day MA</c:v>
                </c:pt>
              </c:strCache>
            </c:strRef>
          </c:tx>
          <c:spPr>
            <a:solidFill>
              <a:srgbClr val="13A7B8"/>
            </a:solidFill>
            <a:ln w="21590">
              <a:solidFill>
                <a:srgbClr val="13A7B8"/>
              </a:solidFill>
            </a:ln>
          </c:spPr>
          <c:marker>
            <c:symbol val="none"/>
          </c:marker>
          <c:cat>
            <c:strRef>
              <c:f>Sheet1!$A$2:$A$180</c:f>
              <c:strCache>
                <c:ptCount val="179"/>
                <c:pt idx="0">
                  <c:v>2010-01</c:v>
                </c:pt>
                <c:pt idx="1">
                  <c:v>2010-02</c:v>
                </c:pt>
                <c:pt idx="2">
                  <c:v>2010-03</c:v>
                </c:pt>
                <c:pt idx="3">
                  <c:v>2010-04</c:v>
                </c:pt>
                <c:pt idx="4">
                  <c:v>2010-05</c:v>
                </c:pt>
                <c:pt idx="5">
                  <c:v>2010-06</c:v>
                </c:pt>
                <c:pt idx="6">
                  <c:v>2010-07</c:v>
                </c:pt>
                <c:pt idx="7">
                  <c:v>2010-08</c:v>
                </c:pt>
                <c:pt idx="8">
                  <c:v>2010-09</c:v>
                </c:pt>
                <c:pt idx="9">
                  <c:v>2010-10</c:v>
                </c:pt>
                <c:pt idx="10">
                  <c:v>2010-11</c:v>
                </c:pt>
                <c:pt idx="11">
                  <c:v>2010-12</c:v>
                </c:pt>
                <c:pt idx="12">
                  <c:v>2011-01</c:v>
                </c:pt>
                <c:pt idx="13">
                  <c:v>2011-02</c:v>
                </c:pt>
                <c:pt idx="14">
                  <c:v>2011-03</c:v>
                </c:pt>
                <c:pt idx="15">
                  <c:v>2011-04</c:v>
                </c:pt>
                <c:pt idx="16">
                  <c:v>2011-05</c:v>
                </c:pt>
                <c:pt idx="17">
                  <c:v>2011-06</c:v>
                </c:pt>
                <c:pt idx="18">
                  <c:v>2011-07</c:v>
                </c:pt>
                <c:pt idx="19">
                  <c:v>2011-08</c:v>
                </c:pt>
                <c:pt idx="20">
                  <c:v>2011-09</c:v>
                </c:pt>
                <c:pt idx="21">
                  <c:v>2011-10</c:v>
                </c:pt>
                <c:pt idx="22">
                  <c:v>2011-11</c:v>
                </c:pt>
                <c:pt idx="23">
                  <c:v>2011-12</c:v>
                </c:pt>
                <c:pt idx="24">
                  <c:v>2012-01</c:v>
                </c:pt>
                <c:pt idx="25">
                  <c:v>2012-02</c:v>
                </c:pt>
                <c:pt idx="26">
                  <c:v>2012-03</c:v>
                </c:pt>
                <c:pt idx="27">
                  <c:v>2012-04</c:v>
                </c:pt>
                <c:pt idx="28">
                  <c:v>2012-05</c:v>
                </c:pt>
                <c:pt idx="29">
                  <c:v>2012-06</c:v>
                </c:pt>
                <c:pt idx="30">
                  <c:v>2012-07</c:v>
                </c:pt>
                <c:pt idx="31">
                  <c:v>2012-08</c:v>
                </c:pt>
                <c:pt idx="32">
                  <c:v>2012-09</c:v>
                </c:pt>
                <c:pt idx="33">
                  <c:v>2012-10</c:v>
                </c:pt>
                <c:pt idx="34">
                  <c:v>2012-11</c:v>
                </c:pt>
                <c:pt idx="35">
                  <c:v>2012-12</c:v>
                </c:pt>
                <c:pt idx="36">
                  <c:v>2013-01</c:v>
                </c:pt>
                <c:pt idx="37">
                  <c:v>2013-02</c:v>
                </c:pt>
                <c:pt idx="38">
                  <c:v>2013-03</c:v>
                </c:pt>
                <c:pt idx="39">
                  <c:v>2013-04</c:v>
                </c:pt>
                <c:pt idx="40">
                  <c:v>2013-05</c:v>
                </c:pt>
                <c:pt idx="41">
                  <c:v>2013-06</c:v>
                </c:pt>
                <c:pt idx="42">
                  <c:v>2013-07</c:v>
                </c:pt>
                <c:pt idx="43">
                  <c:v>2013-08</c:v>
                </c:pt>
                <c:pt idx="44">
                  <c:v>2013-09</c:v>
                </c:pt>
                <c:pt idx="45">
                  <c:v>2013-10</c:v>
                </c:pt>
                <c:pt idx="46">
                  <c:v>2013-11</c:v>
                </c:pt>
                <c:pt idx="47">
                  <c:v>2013-12</c:v>
                </c:pt>
                <c:pt idx="48">
                  <c:v>2014-01</c:v>
                </c:pt>
                <c:pt idx="49">
                  <c:v>2014-02</c:v>
                </c:pt>
                <c:pt idx="50">
                  <c:v>2014-03</c:v>
                </c:pt>
                <c:pt idx="51">
                  <c:v>2014-04</c:v>
                </c:pt>
                <c:pt idx="52">
                  <c:v>2014-05</c:v>
                </c:pt>
                <c:pt idx="53">
                  <c:v>2014-06</c:v>
                </c:pt>
                <c:pt idx="54">
                  <c:v>2014-07</c:v>
                </c:pt>
                <c:pt idx="55">
                  <c:v>2014-08</c:v>
                </c:pt>
                <c:pt idx="56">
                  <c:v>2014-09</c:v>
                </c:pt>
                <c:pt idx="57">
                  <c:v>2014-10</c:v>
                </c:pt>
                <c:pt idx="58">
                  <c:v>2014-11</c:v>
                </c:pt>
                <c:pt idx="59">
                  <c:v>2014-12</c:v>
                </c:pt>
                <c:pt idx="60">
                  <c:v>2015-01</c:v>
                </c:pt>
                <c:pt idx="61">
                  <c:v>2015-02</c:v>
                </c:pt>
                <c:pt idx="62">
                  <c:v>2015-03</c:v>
                </c:pt>
                <c:pt idx="63">
                  <c:v>2015-04</c:v>
                </c:pt>
                <c:pt idx="64">
                  <c:v>2015-05</c:v>
                </c:pt>
                <c:pt idx="65">
                  <c:v>2015-06</c:v>
                </c:pt>
                <c:pt idx="66">
                  <c:v>2015-07</c:v>
                </c:pt>
                <c:pt idx="67">
                  <c:v>2015-08</c:v>
                </c:pt>
                <c:pt idx="68">
                  <c:v>2015-09</c:v>
                </c:pt>
                <c:pt idx="69">
                  <c:v>2015-10</c:v>
                </c:pt>
                <c:pt idx="70">
                  <c:v>2015-11</c:v>
                </c:pt>
                <c:pt idx="71">
                  <c:v>2015-12</c:v>
                </c:pt>
                <c:pt idx="72">
                  <c:v>2016-01</c:v>
                </c:pt>
                <c:pt idx="73">
                  <c:v>2016-02</c:v>
                </c:pt>
                <c:pt idx="74">
                  <c:v>2016-03</c:v>
                </c:pt>
                <c:pt idx="75">
                  <c:v>2016-04</c:v>
                </c:pt>
                <c:pt idx="76">
                  <c:v>2016-05</c:v>
                </c:pt>
                <c:pt idx="77">
                  <c:v>2016-06</c:v>
                </c:pt>
                <c:pt idx="78">
                  <c:v>2016-07</c:v>
                </c:pt>
                <c:pt idx="79">
                  <c:v>2016-08</c:v>
                </c:pt>
                <c:pt idx="80">
                  <c:v>2016-09</c:v>
                </c:pt>
                <c:pt idx="81">
                  <c:v>2016-10</c:v>
                </c:pt>
                <c:pt idx="82">
                  <c:v>2016-11</c:v>
                </c:pt>
                <c:pt idx="83">
                  <c:v>2016-12</c:v>
                </c:pt>
                <c:pt idx="84">
                  <c:v>2017-01</c:v>
                </c:pt>
                <c:pt idx="85">
                  <c:v>2017-02</c:v>
                </c:pt>
                <c:pt idx="86">
                  <c:v>2017-03</c:v>
                </c:pt>
                <c:pt idx="87">
                  <c:v>2017-04</c:v>
                </c:pt>
                <c:pt idx="88">
                  <c:v>2017-05</c:v>
                </c:pt>
                <c:pt idx="89">
                  <c:v>2017-06</c:v>
                </c:pt>
                <c:pt idx="90">
                  <c:v>2017-07</c:v>
                </c:pt>
                <c:pt idx="91">
                  <c:v>2017-08</c:v>
                </c:pt>
                <c:pt idx="92">
                  <c:v>2017-09</c:v>
                </c:pt>
                <c:pt idx="93">
                  <c:v>2017-10</c:v>
                </c:pt>
                <c:pt idx="94">
                  <c:v>2017-11</c:v>
                </c:pt>
                <c:pt idx="95">
                  <c:v>2017-12</c:v>
                </c:pt>
                <c:pt idx="96">
                  <c:v>2018-01</c:v>
                </c:pt>
                <c:pt idx="97">
                  <c:v>2018-02</c:v>
                </c:pt>
                <c:pt idx="98">
                  <c:v>2018-03</c:v>
                </c:pt>
                <c:pt idx="99">
                  <c:v>2018-04</c:v>
                </c:pt>
                <c:pt idx="100">
                  <c:v>2018-05</c:v>
                </c:pt>
                <c:pt idx="101">
                  <c:v>2018-06</c:v>
                </c:pt>
                <c:pt idx="102">
                  <c:v>2018-07</c:v>
                </c:pt>
                <c:pt idx="103">
                  <c:v>2018-08</c:v>
                </c:pt>
                <c:pt idx="104">
                  <c:v>2018-09</c:v>
                </c:pt>
                <c:pt idx="105">
                  <c:v>2018-10</c:v>
                </c:pt>
                <c:pt idx="106">
                  <c:v>2018-11</c:v>
                </c:pt>
                <c:pt idx="107">
                  <c:v>2018-12</c:v>
                </c:pt>
                <c:pt idx="108">
                  <c:v>2019-01</c:v>
                </c:pt>
                <c:pt idx="109">
                  <c:v>2019-02</c:v>
                </c:pt>
                <c:pt idx="110">
                  <c:v>2019-03</c:v>
                </c:pt>
                <c:pt idx="111">
                  <c:v>2019-04</c:v>
                </c:pt>
                <c:pt idx="112">
                  <c:v>2019-05</c:v>
                </c:pt>
                <c:pt idx="113">
                  <c:v>2019-06</c:v>
                </c:pt>
                <c:pt idx="114">
                  <c:v>2019-07</c:v>
                </c:pt>
                <c:pt idx="115">
                  <c:v>2019-08</c:v>
                </c:pt>
                <c:pt idx="116">
                  <c:v>2019-09</c:v>
                </c:pt>
                <c:pt idx="117">
                  <c:v>2019-10</c:v>
                </c:pt>
                <c:pt idx="118">
                  <c:v>2019-11</c:v>
                </c:pt>
                <c:pt idx="119">
                  <c:v>2019-12</c:v>
                </c:pt>
                <c:pt idx="120">
                  <c:v>2020-01</c:v>
                </c:pt>
                <c:pt idx="121">
                  <c:v>2020-02</c:v>
                </c:pt>
                <c:pt idx="122">
                  <c:v>2020-03</c:v>
                </c:pt>
                <c:pt idx="123">
                  <c:v>2020-04</c:v>
                </c:pt>
                <c:pt idx="124">
                  <c:v>2020-05</c:v>
                </c:pt>
                <c:pt idx="125">
                  <c:v>2020-06</c:v>
                </c:pt>
                <c:pt idx="126">
                  <c:v>2020-07</c:v>
                </c:pt>
                <c:pt idx="127">
                  <c:v>2020-08</c:v>
                </c:pt>
                <c:pt idx="128">
                  <c:v>2020-09</c:v>
                </c:pt>
                <c:pt idx="129">
                  <c:v>2020-10</c:v>
                </c:pt>
                <c:pt idx="130">
                  <c:v>2020-11</c:v>
                </c:pt>
                <c:pt idx="131">
                  <c:v>2020-12</c:v>
                </c:pt>
                <c:pt idx="132">
                  <c:v>2021-01</c:v>
                </c:pt>
                <c:pt idx="133">
                  <c:v>2021-02</c:v>
                </c:pt>
                <c:pt idx="134">
                  <c:v>2021-03</c:v>
                </c:pt>
                <c:pt idx="135">
                  <c:v>2021-04</c:v>
                </c:pt>
                <c:pt idx="136">
                  <c:v>2021-05</c:v>
                </c:pt>
                <c:pt idx="137">
                  <c:v>2021-06</c:v>
                </c:pt>
                <c:pt idx="138">
                  <c:v>2021-07</c:v>
                </c:pt>
                <c:pt idx="139">
                  <c:v>2021-08</c:v>
                </c:pt>
                <c:pt idx="140">
                  <c:v>2021-09</c:v>
                </c:pt>
                <c:pt idx="141">
                  <c:v>2021-10</c:v>
                </c:pt>
                <c:pt idx="142">
                  <c:v>2021-11</c:v>
                </c:pt>
                <c:pt idx="143">
                  <c:v>2021-12</c:v>
                </c:pt>
                <c:pt idx="144">
                  <c:v>2022-01</c:v>
                </c:pt>
                <c:pt idx="145">
                  <c:v>2022-02</c:v>
                </c:pt>
                <c:pt idx="146">
                  <c:v>2022-03</c:v>
                </c:pt>
                <c:pt idx="147">
                  <c:v>2022-04</c:v>
                </c:pt>
                <c:pt idx="148">
                  <c:v>2022-05</c:v>
                </c:pt>
                <c:pt idx="149">
                  <c:v>2022-06</c:v>
                </c:pt>
                <c:pt idx="150">
                  <c:v>2022-07</c:v>
                </c:pt>
                <c:pt idx="151">
                  <c:v>2022-08</c:v>
                </c:pt>
                <c:pt idx="152">
                  <c:v>2022-09</c:v>
                </c:pt>
                <c:pt idx="153">
                  <c:v>2022-10</c:v>
                </c:pt>
                <c:pt idx="154">
                  <c:v>2022-11</c:v>
                </c:pt>
                <c:pt idx="155">
                  <c:v>2022-12</c:v>
                </c:pt>
                <c:pt idx="156">
                  <c:v>2023-01</c:v>
                </c:pt>
                <c:pt idx="157">
                  <c:v>2023-02</c:v>
                </c:pt>
                <c:pt idx="158">
                  <c:v>2023-03</c:v>
                </c:pt>
                <c:pt idx="159">
                  <c:v>2023-04</c:v>
                </c:pt>
                <c:pt idx="160">
                  <c:v>2023-05</c:v>
                </c:pt>
                <c:pt idx="161">
                  <c:v>2023-06</c:v>
                </c:pt>
                <c:pt idx="162">
                  <c:v>2023-07</c:v>
                </c:pt>
                <c:pt idx="163">
                  <c:v>2023-08</c:v>
                </c:pt>
                <c:pt idx="164">
                  <c:v>2023-09</c:v>
                </c:pt>
                <c:pt idx="165">
                  <c:v>2023-10</c:v>
                </c:pt>
                <c:pt idx="166">
                  <c:v>2023-11</c:v>
                </c:pt>
                <c:pt idx="167">
                  <c:v>2023-12</c:v>
                </c:pt>
                <c:pt idx="168">
                  <c:v>2024-01</c:v>
                </c:pt>
                <c:pt idx="169">
                  <c:v>2024-02</c:v>
                </c:pt>
                <c:pt idx="170">
                  <c:v>2024-03</c:v>
                </c:pt>
                <c:pt idx="171">
                  <c:v>2024-04</c:v>
                </c:pt>
                <c:pt idx="172">
                  <c:v>2024-05</c:v>
                </c:pt>
                <c:pt idx="173">
                  <c:v>2024-06</c:v>
                </c:pt>
                <c:pt idx="174">
                  <c:v>2024-07</c:v>
                </c:pt>
                <c:pt idx="175">
                  <c:v>2024-08</c:v>
                </c:pt>
                <c:pt idx="176">
                  <c:v>2024-09</c:v>
                </c:pt>
                <c:pt idx="177">
                  <c:v>2024-10</c:v>
                </c:pt>
                <c:pt idx="178">
                  <c:v>2024-11</c:v>
                </c:pt>
              </c:strCache>
            </c:strRef>
          </c:cat>
          <c:val>
            <c:numRef>
              <c:f>Sheet1!$C$2:$C$180</c:f>
              <c:numCache>
                <c:formatCode>General</c:formatCode>
                <c:ptCount val="179"/>
                <c:pt idx="2">
                  <c:v>28.942199935799998</c:v>
                </c:pt>
                <c:pt idx="3">
                  <c:v>29.713200035</c:v>
                </c:pt>
                <c:pt idx="4">
                  <c:v>29.407200088</c:v>
                </c:pt>
                <c:pt idx="5">
                  <c:v>27.3936000822</c:v>
                </c:pt>
                <c:pt idx="6">
                  <c:v>25.378200073600002</c:v>
                </c:pt>
                <c:pt idx="7">
                  <c:v>24.826999969600003</c:v>
                </c:pt>
                <c:pt idx="8">
                  <c:v>24.8348000718</c:v>
                </c:pt>
                <c:pt idx="9">
                  <c:v>24.7364000706</c:v>
                </c:pt>
                <c:pt idx="10">
                  <c:v>25.527000084199997</c:v>
                </c:pt>
                <c:pt idx="11">
                  <c:v>26.7430000686</c:v>
                </c:pt>
                <c:pt idx="12">
                  <c:v>27.519800032999996</c:v>
                </c:pt>
                <c:pt idx="13">
                  <c:v>27.869999923</c:v>
                </c:pt>
                <c:pt idx="14">
                  <c:v>26.667800026</c:v>
                </c:pt>
                <c:pt idx="15">
                  <c:v>25.817799949799998</c:v>
                </c:pt>
                <c:pt idx="16">
                  <c:v>25.428600006400004</c:v>
                </c:pt>
                <c:pt idx="17">
                  <c:v>24.927199974199997</c:v>
                </c:pt>
                <c:pt idx="18">
                  <c:v>25.4693999484</c:v>
                </c:pt>
                <c:pt idx="19">
                  <c:v>25.993199996999998</c:v>
                </c:pt>
                <c:pt idx="20">
                  <c:v>25.9079999156</c:v>
                </c:pt>
                <c:pt idx="21">
                  <c:v>26.1641998668</c:v>
                </c:pt>
                <c:pt idx="22">
                  <c:v>26.125999985</c:v>
                </c:pt>
                <c:pt idx="23">
                  <c:v>25.960400086000003</c:v>
                </c:pt>
                <c:pt idx="24">
                  <c:v>26.7000000766</c:v>
                </c:pt>
                <c:pt idx="25">
                  <c:v>28.916600113</c:v>
                </c:pt>
                <c:pt idx="26">
                  <c:v>31.219999885400004</c:v>
                </c:pt>
                <c:pt idx="27">
                  <c:v>31.803399848599998</c:v>
                </c:pt>
                <c:pt idx="28">
                  <c:v>31.053799781599995</c:v>
                </c:pt>
                <c:pt idx="29">
                  <c:v>30.260799942199995</c:v>
                </c:pt>
                <c:pt idx="30">
                  <c:v>29.660600052</c:v>
                </c:pt>
                <c:pt idx="31">
                  <c:v>30.0876000214</c:v>
                </c:pt>
                <c:pt idx="32">
                  <c:v>30.369799995399998</c:v>
                </c:pt>
                <c:pt idx="33">
                  <c:v>30.025200004600002</c:v>
                </c:pt>
                <c:pt idx="34">
                  <c:v>28.7878000638</c:v>
                </c:pt>
                <c:pt idx="35">
                  <c:v>27.593599929400003</c:v>
                </c:pt>
                <c:pt idx="36">
                  <c:v>27.095599975</c:v>
                </c:pt>
                <c:pt idx="37">
                  <c:v>27.3918000034</c:v>
                </c:pt>
                <c:pt idx="38">
                  <c:v>27.844600144199998</c:v>
                </c:pt>
                <c:pt idx="39">
                  <c:v>28.830000191</c:v>
                </c:pt>
                <c:pt idx="40">
                  <c:v>31.4748002626</c:v>
                </c:pt>
                <c:pt idx="41">
                  <c:v>33.839400176999995</c:v>
                </c:pt>
                <c:pt idx="42">
                  <c:v>34.2133999252</c:v>
                </c:pt>
                <c:pt idx="43">
                  <c:v>33.1829998016</c:v>
                </c:pt>
                <c:pt idx="44">
                  <c:v>32.3833999254</c:v>
                </c:pt>
                <c:pt idx="45">
                  <c:v>33.515599976</c:v>
                </c:pt>
                <c:pt idx="46">
                  <c:v>35.35700004579999</c:v>
                </c:pt>
                <c:pt idx="47">
                  <c:v>36.9728001406</c:v>
                </c:pt>
                <c:pt idx="48">
                  <c:v>36.9888000492</c:v>
                </c:pt>
                <c:pt idx="49">
                  <c:v>36.804599915</c:v>
                </c:pt>
                <c:pt idx="50">
                  <c:v>37.825800095</c:v>
                </c:pt>
                <c:pt idx="51">
                  <c:v>39.2723999792</c:v>
                </c:pt>
                <c:pt idx="52">
                  <c:v>40.0581997684</c:v>
                </c:pt>
                <c:pt idx="53">
                  <c:v>40.5617999272</c:v>
                </c:pt>
                <c:pt idx="54">
                  <c:v>42.027399978800005</c:v>
                </c:pt>
                <c:pt idx="55">
                  <c:v>43.46600029020001</c:v>
                </c:pt>
                <c:pt idx="56">
                  <c:v>45.1464003754</c:v>
                </c:pt>
                <c:pt idx="57">
                  <c:v>45.693600159</c:v>
                </c:pt>
                <c:pt idx="58">
                  <c:v>46.65360031120001</c:v>
                </c:pt>
                <c:pt idx="59">
                  <c:v>47.5396002194</c:v>
                </c:pt>
                <c:pt idx="60">
                  <c:v>46.7878000638</c:v>
                </c:pt>
                <c:pt idx="61">
                  <c:v>44.964400024199996</c:v>
                </c:pt>
                <c:pt idx="62">
                  <c:v>42.9056000516</c:v>
                </c:pt>
                <c:pt idx="63">
                  <c:v>42.9440000914</c:v>
                </c:pt>
                <c:pt idx="64">
                  <c:v>44.791800003</c:v>
                </c:pt>
                <c:pt idx="65">
                  <c:v>46.670800018</c:v>
                </c:pt>
                <c:pt idx="66">
                  <c:v>45.9500000002</c:v>
                </c:pt>
                <c:pt idx="67">
                  <c:v>45.5262001806</c:v>
                </c:pt>
                <c:pt idx="68">
                  <c:v>44.771600189599994</c:v>
                </c:pt>
                <c:pt idx="69">
                  <c:v>45.7097998812</c:v>
                </c:pt>
                <c:pt idx="70">
                  <c:v>49.9967997748</c:v>
                </c:pt>
                <c:pt idx="71">
                  <c:v>54.248600006</c:v>
                </c:pt>
                <c:pt idx="72">
                  <c:v>53.9948000336</c:v>
                </c:pt>
                <c:pt idx="73">
                  <c:v>52.703999939199996</c:v>
                </c:pt>
                <c:pt idx="74">
                  <c:v>52.358999862599994</c:v>
                </c:pt>
                <c:pt idx="75">
                  <c:v>53.4175998684</c:v>
                </c:pt>
                <c:pt idx="76">
                  <c:v>52.802799758199995</c:v>
                </c:pt>
                <c:pt idx="77">
                  <c:v>51.0483997346</c:v>
                </c:pt>
                <c:pt idx="78">
                  <c:v>52.2833997344</c:v>
                </c:pt>
                <c:pt idx="79">
                  <c:v>55.23699974040001</c:v>
                </c:pt>
                <c:pt idx="80">
                  <c:v>57.3943996426</c:v>
                </c:pt>
                <c:pt idx="81">
                  <c:v>57.851799622</c:v>
                </c:pt>
                <c:pt idx="82">
                  <c:v>58.9133997348</c:v>
                </c:pt>
                <c:pt idx="83">
                  <c:v>60.8465998842</c:v>
                </c:pt>
                <c:pt idx="84">
                  <c:v>62.2835998538</c:v>
                </c:pt>
                <c:pt idx="85">
                  <c:v>63.513600006800004</c:v>
                </c:pt>
                <c:pt idx="86">
                  <c:v>64.4448002628</c:v>
                </c:pt>
                <c:pt idx="87">
                  <c:v>65.2810005958</c:v>
                </c:pt>
                <c:pt idx="88">
                  <c:v>67.1992004398</c:v>
                </c:pt>
                <c:pt idx="89">
                  <c:v>69.47979995700001</c:v>
                </c:pt>
                <c:pt idx="90">
                  <c:v>70.90059997520001</c:v>
                </c:pt>
                <c:pt idx="91">
                  <c:v>72.0686006164</c:v>
                </c:pt>
                <c:pt idx="92">
                  <c:v>73.5242008976</c:v>
                </c:pt>
                <c:pt idx="93">
                  <c:v>75.7522006228</c:v>
                </c:pt>
                <c:pt idx="94">
                  <c:v>79.80180023279999</c:v>
                </c:pt>
                <c:pt idx="95">
                  <c:v>83.5184001164</c:v>
                </c:pt>
                <c:pt idx="96">
                  <c:v>86.76059997520001</c:v>
                </c:pt>
                <c:pt idx="97">
                  <c:v>89.71059982260002</c:v>
                </c:pt>
                <c:pt idx="98">
                  <c:v>92.20719985960001</c:v>
                </c:pt>
                <c:pt idx="99">
                  <c:v>93.0755996698</c:v>
                </c:pt>
                <c:pt idx="100">
                  <c:v>94.48919998139999</c:v>
                </c:pt>
                <c:pt idx="101">
                  <c:v>98.0953999384</c:v>
                </c:pt>
                <c:pt idx="102">
                  <c:v>101.9088005064</c:v>
                </c:pt>
                <c:pt idx="103">
                  <c:v>105.7962005598</c:v>
                </c:pt>
                <c:pt idx="104">
                  <c:v>109.87479996</c:v>
                </c:pt>
                <c:pt idx="105">
                  <c:v>110.469399882</c:v>
                </c:pt>
                <c:pt idx="106">
                  <c:v>109.02340057800001</c:v>
                </c:pt>
                <c:pt idx="107">
                  <c:v>106.07200011820001</c:v>
                </c:pt>
                <c:pt idx="108">
                  <c:v>104.7385999988</c:v>
                </c:pt>
                <c:pt idx="109">
                  <c:v>104.91179992880001</c:v>
                </c:pt>
                <c:pt idx="110">
                  <c:v>110.537200008</c:v>
                </c:pt>
                <c:pt idx="111">
                  <c:v>117.607000416</c:v>
                </c:pt>
                <c:pt idx="112">
                  <c:v>123.655800166</c:v>
                </c:pt>
                <c:pt idx="113">
                  <c:v>128.72980026000002</c:v>
                </c:pt>
                <c:pt idx="114">
                  <c:v>133.712800292</c:v>
                </c:pt>
                <c:pt idx="115">
                  <c:v>136.975199282</c:v>
                </c:pt>
                <c:pt idx="116">
                  <c:v>137.60420013599997</c:v>
                </c:pt>
                <c:pt idx="117">
                  <c:v>138.369600524</c:v>
                </c:pt>
                <c:pt idx="118">
                  <c:v>142.71600005800002</c:v>
                </c:pt>
                <c:pt idx="119">
                  <c:v>149.34780029</c:v>
                </c:pt>
                <c:pt idx="120">
                  <c:v>157.755799558</c:v>
                </c:pt>
                <c:pt idx="121">
                  <c:v>168.19079955599997</c:v>
                </c:pt>
                <c:pt idx="122">
                  <c:v>165.09219970400002</c:v>
                </c:pt>
                <c:pt idx="123">
                  <c:v>161.96700012600002</c:v>
                </c:pt>
                <c:pt idx="124">
                  <c:v>170.634600224</c:v>
                </c:pt>
                <c:pt idx="125">
                  <c:v>185.481000674</c:v>
                </c:pt>
                <c:pt idx="126">
                  <c:v>197.80260040000002</c:v>
                </c:pt>
                <c:pt idx="127">
                  <c:v>209.122600092</c:v>
                </c:pt>
                <c:pt idx="128">
                  <c:v>210.415999758</c:v>
                </c:pt>
                <c:pt idx="129">
                  <c:v>212.27780029599998</c:v>
                </c:pt>
                <c:pt idx="130">
                  <c:v>212.299199824</c:v>
                </c:pt>
                <c:pt idx="131">
                  <c:v>215.14179931400002</c:v>
                </c:pt>
                <c:pt idx="132">
                  <c:v>218.564199214</c:v>
                </c:pt>
                <c:pt idx="133">
                  <c:v>228.6745993</c:v>
                </c:pt>
                <c:pt idx="134">
                  <c:v>235.53380034999998</c:v>
                </c:pt>
                <c:pt idx="135">
                  <c:v>242.927200012</c:v>
                </c:pt>
                <c:pt idx="136">
                  <c:v>248.52299896</c:v>
                </c:pt>
                <c:pt idx="137">
                  <c:v>254.15959808399998</c:v>
                </c:pt>
                <c:pt idx="138">
                  <c:v>267.09160095199996</c:v>
                </c:pt>
                <c:pt idx="139">
                  <c:v>285.199400634</c:v>
                </c:pt>
                <c:pt idx="140">
                  <c:v>294.365999144</c:v>
                </c:pt>
                <c:pt idx="141">
                  <c:v>300.533399664</c:v>
                </c:pt>
                <c:pt idx="142">
                  <c:v>315.27159974</c:v>
                </c:pt>
                <c:pt idx="143">
                  <c:v>331.847200316</c:v>
                </c:pt>
                <c:pt idx="144">
                  <c:v>323.86619995</c:v>
                </c:pt>
                <c:pt idx="145">
                  <c:v>310.31560119600005</c:v>
                </c:pt>
                <c:pt idx="146">
                  <c:v>297.52760071</c:v>
                </c:pt>
                <c:pt idx="147">
                  <c:v>292.31579956200005</c:v>
                </c:pt>
                <c:pt idx="148">
                  <c:v>282.725798344</c:v>
                </c:pt>
                <c:pt idx="149">
                  <c:v>265.865999452</c:v>
                </c:pt>
                <c:pt idx="150">
                  <c:v>260.946598208</c:v>
                </c:pt>
                <c:pt idx="151">
                  <c:v>270.30799988</c:v>
                </c:pt>
                <c:pt idx="152">
                  <c:v>265.03739929000005</c:v>
                </c:pt>
                <c:pt idx="153">
                  <c:v>246.926400144</c:v>
                </c:pt>
                <c:pt idx="154">
                  <c:v>237.27559966999996</c:v>
                </c:pt>
                <c:pt idx="155">
                  <c:v>240.87039946999997</c:v>
                </c:pt>
                <c:pt idx="156">
                  <c:v>242.12779967999998</c:v>
                </c:pt>
                <c:pt idx="157">
                  <c:v>246.589800416</c:v>
                </c:pt>
                <c:pt idx="158">
                  <c:v>260.429201356</c:v>
                </c:pt>
                <c:pt idx="159">
                  <c:v>272.94440033</c:v>
                </c:pt>
                <c:pt idx="160">
                  <c:v>298.243599856</c:v>
                </c:pt>
                <c:pt idx="161">
                  <c:v>319.672799076</c:v>
                </c:pt>
                <c:pt idx="162">
                  <c:v>335.345798946</c:v>
                </c:pt>
                <c:pt idx="163">
                  <c:v>332.92799927</c:v>
                </c:pt>
                <c:pt idx="164">
                  <c:v>327.334000858</c:v>
                </c:pt>
                <c:pt idx="165">
                  <c:v>327.172802736</c:v>
                </c:pt>
                <c:pt idx="166">
                  <c:v>343.60880370800004</c:v>
                </c:pt>
                <c:pt idx="167">
                  <c:v>363.57000243999994</c:v>
                </c:pt>
                <c:pt idx="168">
                  <c:v>380.494400632</c:v>
                </c:pt>
                <c:pt idx="169">
                  <c:v>394.46059936</c:v>
                </c:pt>
                <c:pt idx="170">
                  <c:v>410.617399288</c:v>
                </c:pt>
                <c:pt idx="171">
                  <c:v>413.818600456</c:v>
                </c:pt>
                <c:pt idx="172">
                  <c:v>416.44799926</c:v>
                </c:pt>
                <c:pt idx="173">
                  <c:v>422.645000604</c:v>
                </c:pt>
                <c:pt idx="174">
                  <c:v>439.146200558</c:v>
                </c:pt>
                <c:pt idx="175">
                  <c:v>431.469998778</c:v>
                </c:pt>
                <c:pt idx="176">
                  <c:v>419.77399901800004</c:v>
                </c:pt>
                <c:pt idx="177">
                  <c:v>420.791000968</c:v>
                </c:pt>
                <c:pt idx="178">
                  <c:v>420.52080077399995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200-Day MA</c:v>
                </c:pt>
              </c:strCache>
            </c:strRef>
          </c:tx>
          <c:spPr>
            <a:solidFill>
              <a:srgbClr val="DF8B16"/>
            </a:solidFill>
            <a:ln w="21590">
              <a:solidFill>
                <a:srgbClr val="DF8B16"/>
              </a:solidFill>
            </a:ln>
          </c:spPr>
          <c:marker>
            <c:symbol val="none"/>
          </c:marker>
          <c:cat>
            <c:strRef>
              <c:f>Sheet1!$A$2:$A$180</c:f>
              <c:strCache>
                <c:ptCount val="179"/>
                <c:pt idx="0">
                  <c:v>2010-01</c:v>
                </c:pt>
                <c:pt idx="1">
                  <c:v>2010-02</c:v>
                </c:pt>
                <c:pt idx="2">
                  <c:v>2010-03</c:v>
                </c:pt>
                <c:pt idx="3">
                  <c:v>2010-04</c:v>
                </c:pt>
                <c:pt idx="4">
                  <c:v>2010-05</c:v>
                </c:pt>
                <c:pt idx="5">
                  <c:v>2010-06</c:v>
                </c:pt>
                <c:pt idx="6">
                  <c:v>2010-07</c:v>
                </c:pt>
                <c:pt idx="7">
                  <c:v>2010-08</c:v>
                </c:pt>
                <c:pt idx="8">
                  <c:v>2010-09</c:v>
                </c:pt>
                <c:pt idx="9">
                  <c:v>2010-10</c:v>
                </c:pt>
                <c:pt idx="10">
                  <c:v>2010-11</c:v>
                </c:pt>
                <c:pt idx="11">
                  <c:v>2010-12</c:v>
                </c:pt>
                <c:pt idx="12">
                  <c:v>2011-01</c:v>
                </c:pt>
                <c:pt idx="13">
                  <c:v>2011-02</c:v>
                </c:pt>
                <c:pt idx="14">
                  <c:v>2011-03</c:v>
                </c:pt>
                <c:pt idx="15">
                  <c:v>2011-04</c:v>
                </c:pt>
                <c:pt idx="16">
                  <c:v>2011-05</c:v>
                </c:pt>
                <c:pt idx="17">
                  <c:v>2011-06</c:v>
                </c:pt>
                <c:pt idx="18">
                  <c:v>2011-07</c:v>
                </c:pt>
                <c:pt idx="19">
                  <c:v>2011-08</c:v>
                </c:pt>
                <c:pt idx="20">
                  <c:v>2011-09</c:v>
                </c:pt>
                <c:pt idx="21">
                  <c:v>2011-10</c:v>
                </c:pt>
                <c:pt idx="22">
                  <c:v>2011-11</c:v>
                </c:pt>
                <c:pt idx="23">
                  <c:v>2011-12</c:v>
                </c:pt>
                <c:pt idx="24">
                  <c:v>2012-01</c:v>
                </c:pt>
                <c:pt idx="25">
                  <c:v>2012-02</c:v>
                </c:pt>
                <c:pt idx="26">
                  <c:v>2012-03</c:v>
                </c:pt>
                <c:pt idx="27">
                  <c:v>2012-04</c:v>
                </c:pt>
                <c:pt idx="28">
                  <c:v>2012-05</c:v>
                </c:pt>
                <c:pt idx="29">
                  <c:v>2012-06</c:v>
                </c:pt>
                <c:pt idx="30">
                  <c:v>2012-07</c:v>
                </c:pt>
                <c:pt idx="31">
                  <c:v>2012-08</c:v>
                </c:pt>
                <c:pt idx="32">
                  <c:v>2012-09</c:v>
                </c:pt>
                <c:pt idx="33">
                  <c:v>2012-10</c:v>
                </c:pt>
                <c:pt idx="34">
                  <c:v>2012-11</c:v>
                </c:pt>
                <c:pt idx="35">
                  <c:v>2012-12</c:v>
                </c:pt>
                <c:pt idx="36">
                  <c:v>2013-01</c:v>
                </c:pt>
                <c:pt idx="37">
                  <c:v>2013-02</c:v>
                </c:pt>
                <c:pt idx="38">
                  <c:v>2013-03</c:v>
                </c:pt>
                <c:pt idx="39">
                  <c:v>2013-04</c:v>
                </c:pt>
                <c:pt idx="40">
                  <c:v>2013-05</c:v>
                </c:pt>
                <c:pt idx="41">
                  <c:v>2013-06</c:v>
                </c:pt>
                <c:pt idx="42">
                  <c:v>2013-07</c:v>
                </c:pt>
                <c:pt idx="43">
                  <c:v>2013-08</c:v>
                </c:pt>
                <c:pt idx="44">
                  <c:v>2013-09</c:v>
                </c:pt>
                <c:pt idx="45">
                  <c:v>2013-10</c:v>
                </c:pt>
                <c:pt idx="46">
                  <c:v>2013-11</c:v>
                </c:pt>
                <c:pt idx="47">
                  <c:v>2013-12</c:v>
                </c:pt>
                <c:pt idx="48">
                  <c:v>2014-01</c:v>
                </c:pt>
                <c:pt idx="49">
                  <c:v>2014-02</c:v>
                </c:pt>
                <c:pt idx="50">
                  <c:v>2014-03</c:v>
                </c:pt>
                <c:pt idx="51">
                  <c:v>2014-04</c:v>
                </c:pt>
                <c:pt idx="52">
                  <c:v>2014-05</c:v>
                </c:pt>
                <c:pt idx="53">
                  <c:v>2014-06</c:v>
                </c:pt>
                <c:pt idx="54">
                  <c:v>2014-07</c:v>
                </c:pt>
                <c:pt idx="55">
                  <c:v>2014-08</c:v>
                </c:pt>
                <c:pt idx="56">
                  <c:v>2014-09</c:v>
                </c:pt>
                <c:pt idx="57">
                  <c:v>2014-10</c:v>
                </c:pt>
                <c:pt idx="58">
                  <c:v>2014-11</c:v>
                </c:pt>
                <c:pt idx="59">
                  <c:v>2014-12</c:v>
                </c:pt>
                <c:pt idx="60">
                  <c:v>2015-01</c:v>
                </c:pt>
                <c:pt idx="61">
                  <c:v>2015-02</c:v>
                </c:pt>
                <c:pt idx="62">
                  <c:v>2015-03</c:v>
                </c:pt>
                <c:pt idx="63">
                  <c:v>2015-04</c:v>
                </c:pt>
                <c:pt idx="64">
                  <c:v>2015-05</c:v>
                </c:pt>
                <c:pt idx="65">
                  <c:v>2015-06</c:v>
                </c:pt>
                <c:pt idx="66">
                  <c:v>2015-07</c:v>
                </c:pt>
                <c:pt idx="67">
                  <c:v>2015-08</c:v>
                </c:pt>
                <c:pt idx="68">
                  <c:v>2015-09</c:v>
                </c:pt>
                <c:pt idx="69">
                  <c:v>2015-10</c:v>
                </c:pt>
                <c:pt idx="70">
                  <c:v>2015-11</c:v>
                </c:pt>
                <c:pt idx="71">
                  <c:v>2015-12</c:v>
                </c:pt>
                <c:pt idx="72">
                  <c:v>2016-01</c:v>
                </c:pt>
                <c:pt idx="73">
                  <c:v>2016-02</c:v>
                </c:pt>
                <c:pt idx="74">
                  <c:v>2016-03</c:v>
                </c:pt>
                <c:pt idx="75">
                  <c:v>2016-04</c:v>
                </c:pt>
                <c:pt idx="76">
                  <c:v>2016-05</c:v>
                </c:pt>
                <c:pt idx="77">
                  <c:v>2016-06</c:v>
                </c:pt>
                <c:pt idx="78">
                  <c:v>2016-07</c:v>
                </c:pt>
                <c:pt idx="79">
                  <c:v>2016-08</c:v>
                </c:pt>
                <c:pt idx="80">
                  <c:v>2016-09</c:v>
                </c:pt>
                <c:pt idx="81">
                  <c:v>2016-10</c:v>
                </c:pt>
                <c:pt idx="82">
                  <c:v>2016-11</c:v>
                </c:pt>
                <c:pt idx="83">
                  <c:v>2016-12</c:v>
                </c:pt>
                <c:pt idx="84">
                  <c:v>2017-01</c:v>
                </c:pt>
                <c:pt idx="85">
                  <c:v>2017-02</c:v>
                </c:pt>
                <c:pt idx="86">
                  <c:v>2017-03</c:v>
                </c:pt>
                <c:pt idx="87">
                  <c:v>2017-04</c:v>
                </c:pt>
                <c:pt idx="88">
                  <c:v>2017-05</c:v>
                </c:pt>
                <c:pt idx="89">
                  <c:v>2017-06</c:v>
                </c:pt>
                <c:pt idx="90">
                  <c:v>2017-07</c:v>
                </c:pt>
                <c:pt idx="91">
                  <c:v>2017-08</c:v>
                </c:pt>
                <c:pt idx="92">
                  <c:v>2017-09</c:v>
                </c:pt>
                <c:pt idx="93">
                  <c:v>2017-10</c:v>
                </c:pt>
                <c:pt idx="94">
                  <c:v>2017-11</c:v>
                </c:pt>
                <c:pt idx="95">
                  <c:v>2017-12</c:v>
                </c:pt>
                <c:pt idx="96">
                  <c:v>2018-01</c:v>
                </c:pt>
                <c:pt idx="97">
                  <c:v>2018-02</c:v>
                </c:pt>
                <c:pt idx="98">
                  <c:v>2018-03</c:v>
                </c:pt>
                <c:pt idx="99">
                  <c:v>2018-04</c:v>
                </c:pt>
                <c:pt idx="100">
                  <c:v>2018-05</c:v>
                </c:pt>
                <c:pt idx="101">
                  <c:v>2018-06</c:v>
                </c:pt>
                <c:pt idx="102">
                  <c:v>2018-07</c:v>
                </c:pt>
                <c:pt idx="103">
                  <c:v>2018-08</c:v>
                </c:pt>
                <c:pt idx="104">
                  <c:v>2018-09</c:v>
                </c:pt>
                <c:pt idx="105">
                  <c:v>2018-10</c:v>
                </c:pt>
                <c:pt idx="106">
                  <c:v>2018-11</c:v>
                </c:pt>
                <c:pt idx="107">
                  <c:v>2018-12</c:v>
                </c:pt>
                <c:pt idx="108">
                  <c:v>2019-01</c:v>
                </c:pt>
                <c:pt idx="109">
                  <c:v>2019-02</c:v>
                </c:pt>
                <c:pt idx="110">
                  <c:v>2019-03</c:v>
                </c:pt>
                <c:pt idx="111">
                  <c:v>2019-04</c:v>
                </c:pt>
                <c:pt idx="112">
                  <c:v>2019-05</c:v>
                </c:pt>
                <c:pt idx="113">
                  <c:v>2019-06</c:v>
                </c:pt>
                <c:pt idx="114">
                  <c:v>2019-07</c:v>
                </c:pt>
                <c:pt idx="115">
                  <c:v>2019-08</c:v>
                </c:pt>
                <c:pt idx="116">
                  <c:v>2019-09</c:v>
                </c:pt>
                <c:pt idx="117">
                  <c:v>2019-10</c:v>
                </c:pt>
                <c:pt idx="118">
                  <c:v>2019-11</c:v>
                </c:pt>
                <c:pt idx="119">
                  <c:v>2019-12</c:v>
                </c:pt>
                <c:pt idx="120">
                  <c:v>2020-01</c:v>
                </c:pt>
                <c:pt idx="121">
                  <c:v>2020-02</c:v>
                </c:pt>
                <c:pt idx="122">
                  <c:v>2020-03</c:v>
                </c:pt>
                <c:pt idx="123">
                  <c:v>2020-04</c:v>
                </c:pt>
                <c:pt idx="124">
                  <c:v>2020-05</c:v>
                </c:pt>
                <c:pt idx="125">
                  <c:v>2020-06</c:v>
                </c:pt>
                <c:pt idx="126">
                  <c:v>2020-07</c:v>
                </c:pt>
                <c:pt idx="127">
                  <c:v>2020-08</c:v>
                </c:pt>
                <c:pt idx="128">
                  <c:v>2020-09</c:v>
                </c:pt>
                <c:pt idx="129">
                  <c:v>2020-10</c:v>
                </c:pt>
                <c:pt idx="130">
                  <c:v>2020-11</c:v>
                </c:pt>
                <c:pt idx="131">
                  <c:v>2020-12</c:v>
                </c:pt>
                <c:pt idx="132">
                  <c:v>2021-01</c:v>
                </c:pt>
                <c:pt idx="133">
                  <c:v>2021-02</c:v>
                </c:pt>
                <c:pt idx="134">
                  <c:v>2021-03</c:v>
                </c:pt>
                <c:pt idx="135">
                  <c:v>2021-04</c:v>
                </c:pt>
                <c:pt idx="136">
                  <c:v>2021-05</c:v>
                </c:pt>
                <c:pt idx="137">
                  <c:v>2021-06</c:v>
                </c:pt>
                <c:pt idx="138">
                  <c:v>2021-07</c:v>
                </c:pt>
                <c:pt idx="139">
                  <c:v>2021-08</c:v>
                </c:pt>
                <c:pt idx="140">
                  <c:v>2021-09</c:v>
                </c:pt>
                <c:pt idx="141">
                  <c:v>2021-10</c:v>
                </c:pt>
                <c:pt idx="142">
                  <c:v>2021-11</c:v>
                </c:pt>
                <c:pt idx="143">
                  <c:v>2021-12</c:v>
                </c:pt>
                <c:pt idx="144">
                  <c:v>2022-01</c:v>
                </c:pt>
                <c:pt idx="145">
                  <c:v>2022-02</c:v>
                </c:pt>
                <c:pt idx="146">
                  <c:v>2022-03</c:v>
                </c:pt>
                <c:pt idx="147">
                  <c:v>2022-04</c:v>
                </c:pt>
                <c:pt idx="148">
                  <c:v>2022-05</c:v>
                </c:pt>
                <c:pt idx="149">
                  <c:v>2022-06</c:v>
                </c:pt>
                <c:pt idx="150">
                  <c:v>2022-07</c:v>
                </c:pt>
                <c:pt idx="151">
                  <c:v>2022-08</c:v>
                </c:pt>
                <c:pt idx="152">
                  <c:v>2022-09</c:v>
                </c:pt>
                <c:pt idx="153">
                  <c:v>2022-10</c:v>
                </c:pt>
                <c:pt idx="154">
                  <c:v>2022-11</c:v>
                </c:pt>
                <c:pt idx="155">
                  <c:v>2022-12</c:v>
                </c:pt>
                <c:pt idx="156">
                  <c:v>2023-01</c:v>
                </c:pt>
                <c:pt idx="157">
                  <c:v>2023-02</c:v>
                </c:pt>
                <c:pt idx="158">
                  <c:v>2023-03</c:v>
                </c:pt>
                <c:pt idx="159">
                  <c:v>2023-04</c:v>
                </c:pt>
                <c:pt idx="160">
                  <c:v>2023-05</c:v>
                </c:pt>
                <c:pt idx="161">
                  <c:v>2023-06</c:v>
                </c:pt>
                <c:pt idx="162">
                  <c:v>2023-07</c:v>
                </c:pt>
                <c:pt idx="163">
                  <c:v>2023-08</c:v>
                </c:pt>
                <c:pt idx="164">
                  <c:v>2023-09</c:v>
                </c:pt>
                <c:pt idx="165">
                  <c:v>2023-10</c:v>
                </c:pt>
                <c:pt idx="166">
                  <c:v>2023-11</c:v>
                </c:pt>
                <c:pt idx="167">
                  <c:v>2023-12</c:v>
                </c:pt>
                <c:pt idx="168">
                  <c:v>2024-01</c:v>
                </c:pt>
                <c:pt idx="169">
                  <c:v>2024-02</c:v>
                </c:pt>
                <c:pt idx="170">
                  <c:v>2024-03</c:v>
                </c:pt>
                <c:pt idx="171">
                  <c:v>2024-04</c:v>
                </c:pt>
                <c:pt idx="172">
                  <c:v>2024-05</c:v>
                </c:pt>
                <c:pt idx="173">
                  <c:v>2024-06</c:v>
                </c:pt>
                <c:pt idx="174">
                  <c:v>2024-07</c:v>
                </c:pt>
                <c:pt idx="175">
                  <c:v>2024-08</c:v>
                </c:pt>
                <c:pt idx="176">
                  <c:v>2024-09</c:v>
                </c:pt>
                <c:pt idx="177">
                  <c:v>2024-10</c:v>
                </c:pt>
                <c:pt idx="178">
                  <c:v>2024-11</c:v>
                </c:pt>
              </c:strCache>
            </c:strRef>
          </c:cat>
          <c:val>
            <c:numRef>
              <c:f>Sheet1!$D$2:$D$180</c:f>
              <c:numCache>
                <c:formatCode>General</c:formatCode>
                <c:ptCount val="179"/>
                <c:pt idx="9">
                  <c:v>26.9353000354</c:v>
                </c:pt>
                <c:pt idx="10">
                  <c:v>26.6519500541</c:v>
                </c:pt>
                <c:pt idx="11">
                  <c:v>26.50645007125</c:v>
                </c:pt>
                <c:pt idx="12">
                  <c:v>26.3504000567</c:v>
                </c:pt>
                <c:pt idx="13">
                  <c:v>26.070850047950003</c:v>
                </c:pt>
                <c:pt idx="14">
                  <c:v>25.97530003545</c:v>
                </c:pt>
                <c:pt idx="15">
                  <c:v>26.082550020099998</c:v>
                </c:pt>
                <c:pt idx="16">
                  <c:v>26.0343000316</c:v>
                </c:pt>
                <c:pt idx="17">
                  <c:v>26.05835000035</c:v>
                </c:pt>
                <c:pt idx="18">
                  <c:v>26.2838500023</c:v>
                </c:pt>
                <c:pt idx="19">
                  <c:v>26.18874999035</c:v>
                </c:pt>
                <c:pt idx="20">
                  <c:v>26.1505999564</c:v>
                </c:pt>
                <c:pt idx="21">
                  <c:v>25.9997999668</c:v>
                </c:pt>
                <c:pt idx="22">
                  <c:v>25.7707499696</c:v>
                </c:pt>
                <c:pt idx="23">
                  <c:v>25.73054998415</c:v>
                </c:pt>
                <c:pt idx="24">
                  <c:v>26.02119999895</c:v>
                </c:pt>
                <c:pt idx="25">
                  <c:v>26.53325000765</c:v>
                </c:pt>
                <c:pt idx="26">
                  <c:v>27.403799972599998</c:v>
                </c:pt>
                <c:pt idx="27">
                  <c:v>27.9941999721</c:v>
                </c:pt>
                <c:pt idx="28">
                  <c:v>28.400549936250005</c:v>
                </c:pt>
                <c:pt idx="29">
                  <c:v>28.84039997105</c:v>
                </c:pt>
                <c:pt idx="30">
                  <c:v>29.225549974550002</c:v>
                </c:pt>
                <c:pt idx="31">
                  <c:v>29.63679997445</c:v>
                </c:pt>
                <c:pt idx="32">
                  <c:v>30.158149967200004</c:v>
                </c:pt>
                <c:pt idx="33">
                  <c:v>30.411799964849997</c:v>
                </c:pt>
                <c:pt idx="34">
                  <c:v>30.21099996555</c:v>
                </c:pt>
                <c:pt idx="35">
                  <c:v>29.73679994565</c:v>
                </c:pt>
                <c:pt idx="36">
                  <c:v>29.25709998115</c:v>
                </c:pt>
                <c:pt idx="37">
                  <c:v>28.895800018299997</c:v>
                </c:pt>
                <c:pt idx="38">
                  <c:v>28.76230004315</c:v>
                </c:pt>
                <c:pt idx="39">
                  <c:v>28.744100055649998</c:v>
                </c:pt>
                <c:pt idx="40">
                  <c:v>29.21140007975</c:v>
                </c:pt>
                <c:pt idx="41">
                  <c:v>29.6136001015</c:v>
                </c:pt>
                <c:pt idx="42">
                  <c:v>29.97520004265</c:v>
                </c:pt>
                <c:pt idx="43">
                  <c:v>30.37855005265</c:v>
                </c:pt>
                <c:pt idx="44">
                  <c:v>30.94255002995</c:v>
                </c:pt>
                <c:pt idx="45">
                  <c:v>31.790800047100003</c:v>
                </c:pt>
                <c:pt idx="46">
                  <c:v>32.76285003675</c:v>
                </c:pt>
                <c:pt idx="47">
                  <c:v>33.76475004205</c:v>
                </c:pt>
                <c:pt idx="48">
                  <c:v>34.570900001700004</c:v>
                </c:pt>
                <c:pt idx="49">
                  <c:v>35.04624996195</c:v>
                </c:pt>
                <c:pt idx="50">
                  <c:v>35.48164997125</c:v>
                </c:pt>
                <c:pt idx="51">
                  <c:v>36.0754499629</c:v>
                </c:pt>
                <c:pt idx="52">
                  <c:v>36.85469992675</c:v>
                </c:pt>
                <c:pt idx="53">
                  <c:v>37.79759996445</c:v>
                </c:pt>
                <c:pt idx="54">
                  <c:v>38.88874998125</c:v>
                </c:pt>
                <c:pt idx="55">
                  <c:v>39.7843000415</c:v>
                </c:pt>
                <c:pt idx="56">
                  <c:v>40.6854000286</c:v>
                </c:pt>
                <c:pt idx="57">
                  <c:v>41.6769000819</c:v>
                </c:pt>
                <c:pt idx="58">
                  <c:v>42.7981501009</c:v>
                </c:pt>
                <c:pt idx="59">
                  <c:v>43.848400116049994</c:v>
                </c:pt>
                <c:pt idx="60">
                  <c:v>44.388400097</c:v>
                </c:pt>
                <c:pt idx="61">
                  <c:v>44.68710012425</c:v>
                </c:pt>
                <c:pt idx="62">
                  <c:v>44.87015016544999</c:v>
                </c:pt>
                <c:pt idx="63">
                  <c:v>45.039950141750005</c:v>
                </c:pt>
                <c:pt idx="64">
                  <c:v>45.41025011045001</c:v>
                </c:pt>
                <c:pt idx="65">
                  <c:v>45.4700500868</c:v>
                </c:pt>
                <c:pt idx="66">
                  <c:v>45.4219500731</c:v>
                </c:pt>
                <c:pt idx="67">
                  <c:v>45.33570009215</c:v>
                </c:pt>
                <c:pt idx="68">
                  <c:v>44.85145004275</c:v>
                </c:pt>
                <c:pt idx="69">
                  <c:v>45.05720001224999</c:v>
                </c:pt>
                <c:pt idx="70">
                  <c:v>46.095650024550004</c:v>
                </c:pt>
                <c:pt idx="71">
                  <c:v>47.46260002145</c:v>
                </c:pt>
                <c:pt idx="72">
                  <c:v>48.488100032949994</c:v>
                </c:pt>
                <c:pt idx="73">
                  <c:v>48.996150017</c:v>
                </c:pt>
                <c:pt idx="74">
                  <c:v>49.706399994049995</c:v>
                </c:pt>
                <c:pt idx="75">
                  <c:v>50.633799953549996</c:v>
                </c:pt>
                <c:pt idx="76">
                  <c:v>51.0949498939</c:v>
                </c:pt>
                <c:pt idx="77">
                  <c:v>51.8702498627</c:v>
                </c:pt>
                <c:pt idx="78">
                  <c:v>52.77264984125</c:v>
                </c:pt>
                <c:pt idx="79">
                  <c:v>53.454249820499996</c:v>
                </c:pt>
                <c:pt idx="80">
                  <c:v>53.7400498007</c:v>
                </c:pt>
                <c:pt idx="81">
                  <c:v>54.16609977715</c:v>
                </c:pt>
                <c:pt idx="82">
                  <c:v>55.0553497504</c:v>
                </c:pt>
                <c:pt idx="83">
                  <c:v>56.078749790150006</c:v>
                </c:pt>
                <c:pt idx="84">
                  <c:v>56.9328997422</c:v>
                </c:pt>
                <c:pt idx="85">
                  <c:v>58.10119981775</c:v>
                </c:pt>
                <c:pt idx="86">
                  <c:v>59.646599903349994</c:v>
                </c:pt>
                <c:pt idx="87">
                  <c:v>61.0789499667</c:v>
                </c:pt>
                <c:pt idx="88">
                  <c:v>62.453150005649995</c:v>
                </c:pt>
                <c:pt idx="89">
                  <c:v>63.88260005984999</c:v>
                </c:pt>
                <c:pt idx="90">
                  <c:v>65.33740009325</c:v>
                </c:pt>
                <c:pt idx="91">
                  <c:v>66.91025026345</c:v>
                </c:pt>
                <c:pt idx="92">
                  <c:v>68.28220035585</c:v>
                </c:pt>
                <c:pt idx="93">
                  <c:v>69.9422003749</c:v>
                </c:pt>
                <c:pt idx="94">
                  <c:v>72.0313004116</c:v>
                </c:pt>
                <c:pt idx="95">
                  <c:v>74.0548003772</c:v>
                </c:pt>
                <c:pt idx="96">
                  <c:v>76.6565002442</c:v>
                </c:pt>
                <c:pt idx="97">
                  <c:v>78.8761002351</c:v>
                </c:pt>
                <c:pt idx="98">
                  <c:v>81.2895002366</c:v>
                </c:pt>
                <c:pt idx="99">
                  <c:v>83.73795021059999</c:v>
                </c:pt>
                <c:pt idx="100">
                  <c:v>86.37155014035</c:v>
                </c:pt>
                <c:pt idx="101">
                  <c:v>89.2111500181</c:v>
                </c:pt>
                <c:pt idx="102">
                  <c:v>92.3251000975</c:v>
                </c:pt>
                <c:pt idx="103">
                  <c:v>95.45565006315</c:v>
                </c:pt>
                <c:pt idx="104">
                  <c:v>98.19510002265001</c:v>
                </c:pt>
                <c:pt idx="105">
                  <c:v>100.7735000646</c:v>
                </c:pt>
                <c:pt idx="106">
                  <c:v>102.46935013075</c:v>
                </c:pt>
                <c:pt idx="107">
                  <c:v>103.4753001034</c:v>
                </c:pt>
                <c:pt idx="108">
                  <c:v>104.79205017245</c:v>
                </c:pt>
                <c:pt idx="109">
                  <c:v>105.99360008439999</c:v>
                </c:pt>
                <c:pt idx="110">
                  <c:v>107.66625019065</c:v>
                </c:pt>
                <c:pt idx="111">
                  <c:v>110.01015014420001</c:v>
                </c:pt>
                <c:pt idx="112">
                  <c:v>112.09545005670002</c:v>
                </c:pt>
                <c:pt idx="113">
                  <c:v>114.38365016670001</c:v>
                </c:pt>
                <c:pt idx="114">
                  <c:v>117.17105006870001</c:v>
                </c:pt>
                <c:pt idx="115">
                  <c:v>120.3064499622</c:v>
                </c:pt>
                <c:pt idx="116">
                  <c:v>123.3896001032</c:v>
                </c:pt>
                <c:pt idx="117">
                  <c:v>127.6408501025</c:v>
                </c:pt>
                <c:pt idx="118">
                  <c:v>131.86550018</c:v>
                </c:pt>
                <c:pt idx="119">
                  <c:v>136.30320026200002</c:v>
                </c:pt>
                <c:pt idx="120">
                  <c:v>141.0252000415</c:v>
                </c:pt>
                <c:pt idx="121">
                  <c:v>145.9953500735</c:v>
                </c:pt>
                <c:pt idx="122">
                  <c:v>148.7475499715</c:v>
                </c:pt>
                <c:pt idx="123">
                  <c:v>152.18570007350002</c:v>
                </c:pt>
                <c:pt idx="124">
                  <c:v>156.6446500405</c:v>
                </c:pt>
                <c:pt idx="125">
                  <c:v>162.79395019449998</c:v>
                </c:pt>
                <c:pt idx="126">
                  <c:v>170.362900161</c:v>
                </c:pt>
                <c:pt idx="127">
                  <c:v>177.90640006899997</c:v>
                </c:pt>
                <c:pt idx="128">
                  <c:v>183.99735008200003</c:v>
                </c:pt>
                <c:pt idx="129">
                  <c:v>189.91755020149998</c:v>
                </c:pt>
                <c:pt idx="130">
                  <c:v>193.83805007950002</c:v>
                </c:pt>
                <c:pt idx="131">
                  <c:v>199.87410011250003</c:v>
                </c:pt>
                <c:pt idx="132">
                  <c:v>206.129899902</c:v>
                </c:pt>
                <c:pt idx="133">
                  <c:v>212.072499922</c:v>
                </c:pt>
                <c:pt idx="134">
                  <c:v>217.676149976</c:v>
                </c:pt>
                <c:pt idx="135">
                  <c:v>223.1499996935</c:v>
                </c:pt>
                <c:pt idx="136">
                  <c:v>227.11954948250002</c:v>
                </c:pt>
                <c:pt idx="137">
                  <c:v>231.9703993965</c:v>
                </c:pt>
                <c:pt idx="138">
                  <c:v>239.62244972</c:v>
                </c:pt>
                <c:pt idx="139">
                  <c:v>248.488399656</c:v>
                </c:pt>
                <c:pt idx="140">
                  <c:v>257.2127494795</c:v>
                </c:pt>
                <c:pt idx="141">
                  <c:v>266.072399826</c:v>
                </c:pt>
                <c:pt idx="142">
                  <c:v>276.64579963849997</c:v>
                </c:pt>
                <c:pt idx="143">
                  <c:v>287.474099884</c:v>
                </c:pt>
                <c:pt idx="144">
                  <c:v>293.850449754</c:v>
                </c:pt>
                <c:pt idx="145">
                  <c:v>298.21765007150003</c:v>
                </c:pt>
                <c:pt idx="146">
                  <c:v>303.39840026999997</c:v>
                </c:pt>
                <c:pt idx="147">
                  <c:v>305.076900026</c:v>
                </c:pt>
                <c:pt idx="148">
                  <c:v>303.036849672</c:v>
                </c:pt>
                <c:pt idx="149">
                  <c:v>298.847500078</c:v>
                </c:pt>
                <c:pt idx="150">
                  <c:v>295.713849718</c:v>
                </c:pt>
                <c:pt idx="151">
                  <c:v>291.051799851</c:v>
                </c:pt>
                <c:pt idx="152">
                  <c:v>281.894149857</c:v>
                </c:pt>
                <c:pt idx="153">
                  <c:v>272.4826996625</c:v>
                </c:pt>
                <c:pt idx="154">
                  <c:v>265.63154953049997</c:v>
                </c:pt>
                <c:pt idx="155">
                  <c:v>260.9983493045</c:v>
                </c:pt>
                <c:pt idx="156">
                  <c:v>254.5140992735</c:v>
                </c:pt>
                <c:pt idx="157">
                  <c:v>252.7298497005</c:v>
                </c:pt>
                <c:pt idx="158">
                  <c:v>253.247350006</c:v>
                </c:pt>
                <c:pt idx="159">
                  <c:v>256.108899916</c:v>
                </c:pt>
                <c:pt idx="160">
                  <c:v>260.7988500965</c:v>
                </c:pt>
                <c:pt idx="161">
                  <c:v>267.4891500085</c:v>
                </c:pt>
                <c:pt idx="162">
                  <c:v>277.6233496085</c:v>
                </c:pt>
                <c:pt idx="163">
                  <c:v>288.146649857</c:v>
                </c:pt>
                <c:pt idx="164">
                  <c:v>296.139550095</c:v>
                </c:pt>
                <c:pt idx="165">
                  <c:v>306.077400438</c:v>
                </c:pt>
                <c:pt idx="166">
                  <c:v>318.2680005655</c:v>
                </c:pt>
                <c:pt idx="167">
                  <c:v>330.04715072749997</c:v>
                </c:pt>
                <c:pt idx="168">
                  <c:v>341.3460504155</c:v>
                </c:pt>
                <c:pt idx="169">
                  <c:v>352.34240051150005</c:v>
                </c:pt>
                <c:pt idx="170">
                  <c:v>361.59315048049996</c:v>
                </c:pt>
                <c:pt idx="171">
                  <c:v>369.91695068199994</c:v>
                </c:pt>
                <c:pt idx="172">
                  <c:v>378.96450103399997</c:v>
                </c:pt>
                <c:pt idx="173">
                  <c:v>389.57855102099995</c:v>
                </c:pt>
                <c:pt idx="174">
                  <c:v>402.99375045349996</c:v>
                </c:pt>
                <c:pt idx="175">
                  <c:v>410.678849788</c:v>
                </c:pt>
                <c:pt idx="176">
                  <c:v>415.66889953099997</c:v>
                </c:pt>
                <c:pt idx="177">
                  <c:v>420.7457997085</c:v>
                </c:pt>
                <c:pt idx="178">
                  <c:v>420.877249599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$0" sourceLinked="0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Daily Return</c:v>
                </c:pt>
              </c:strCache>
            </c:strRef>
          </c:tx>
          <c:spPr>
            <a:solidFill>
              <a:srgbClr val="13A7B8"/>
            </a:solidFill>
            <a:ln w="21590">
              <a:solidFill>
                <a:srgbClr val="13A7B8"/>
              </a:solidFill>
            </a:ln>
          </c:spPr>
          <c:cat>
            <c:strRef>
              <c:f>Sheet1!$A$2:$A$31</c:f>
              <c:strCache>
                <c:ptCount val="30"/>
                <c:pt idx="0">
                  <c:v>-14.3%</c:v>
                </c:pt>
                <c:pt idx="1">
                  <c:v>-13.3%</c:v>
                </c:pt>
                <c:pt idx="2">
                  <c:v>-12.3%</c:v>
                </c:pt>
                <c:pt idx="3">
                  <c:v>-11.4%</c:v>
                </c:pt>
                <c:pt idx="4">
                  <c:v>-10.4%</c:v>
                </c:pt>
                <c:pt idx="5">
                  <c:v>-9.4%</c:v>
                </c:pt>
                <c:pt idx="6">
                  <c:v>-8.5%</c:v>
                </c:pt>
                <c:pt idx="7">
                  <c:v>-7.5%</c:v>
                </c:pt>
                <c:pt idx="8">
                  <c:v>-6.5%</c:v>
                </c:pt>
                <c:pt idx="9">
                  <c:v>-5.6%</c:v>
                </c:pt>
                <c:pt idx="10">
                  <c:v>-4.6%</c:v>
                </c:pt>
                <c:pt idx="11">
                  <c:v>-3.6%</c:v>
                </c:pt>
                <c:pt idx="12">
                  <c:v>-2.7%</c:v>
                </c:pt>
                <c:pt idx="13">
                  <c:v>-1.7%</c:v>
                </c:pt>
                <c:pt idx="14">
                  <c:v>-0.7%</c:v>
                </c:pt>
                <c:pt idx="15">
                  <c:v>0.2%</c:v>
                </c:pt>
                <c:pt idx="16">
                  <c:v>1.2%</c:v>
                </c:pt>
                <c:pt idx="17">
                  <c:v>2.2%</c:v>
                </c:pt>
                <c:pt idx="18">
                  <c:v>3.1%</c:v>
                </c:pt>
                <c:pt idx="19">
                  <c:v>4.1%</c:v>
                </c:pt>
                <c:pt idx="20">
                  <c:v>5.0%</c:v>
                </c:pt>
                <c:pt idx="21">
                  <c:v>6.0%</c:v>
                </c:pt>
                <c:pt idx="22">
                  <c:v>7.0%</c:v>
                </c:pt>
                <c:pt idx="23">
                  <c:v>7.9%</c:v>
                </c:pt>
                <c:pt idx="24">
                  <c:v>8.9%</c:v>
                </c:pt>
                <c:pt idx="25">
                  <c:v>9.9%</c:v>
                </c:pt>
                <c:pt idx="26">
                  <c:v>10.8%</c:v>
                </c:pt>
                <c:pt idx="27">
                  <c:v>11.8%</c:v>
                </c:pt>
                <c:pt idx="28">
                  <c:v>12.8%</c:v>
                </c:pt>
                <c:pt idx="29">
                  <c:v>13.7%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2</c:v>
                </c:pt>
                <c:pt idx="6">
                  <c:v>0</c:v>
                </c:pt>
                <c:pt idx="7">
                  <c:v>3</c:v>
                </c:pt>
                <c:pt idx="8">
                  <c:v>3</c:v>
                </c:pt>
                <c:pt idx="9">
                  <c:v>8</c:v>
                </c:pt>
                <c:pt idx="10">
                  <c:v>20</c:v>
                </c:pt>
                <c:pt idx="11">
                  <c:v>64</c:v>
                </c:pt>
                <c:pt idx="12">
                  <c:v>125</c:v>
                </c:pt>
                <c:pt idx="13">
                  <c:v>334</c:v>
                </c:pt>
                <c:pt idx="14">
                  <c:v>848</c:v>
                </c:pt>
                <c:pt idx="15">
                  <c:v>1196</c:v>
                </c:pt>
                <c:pt idx="16">
                  <c:v>683</c:v>
                </c:pt>
                <c:pt idx="17">
                  <c:v>288</c:v>
                </c:pt>
                <c:pt idx="18">
                  <c:v>92</c:v>
                </c:pt>
                <c:pt idx="19">
                  <c:v>33</c:v>
                </c:pt>
                <c:pt idx="20">
                  <c:v>9</c:v>
                </c:pt>
                <c:pt idx="21">
                  <c:v>9</c:v>
                </c:pt>
                <c:pt idx="22">
                  <c:v>8</c:v>
                </c:pt>
                <c:pt idx="23">
                  <c:v>3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0</c:v>
                </c:pt>
                <c:pt idx="28">
                  <c:v>0</c:v>
                </c:pt>
                <c:pt idx="29">
                  <c:v>1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rgbClr val="DF8B16"/>
            </a:solidFill>
            <a:ln w="21590">
              <a:solidFill>
                <a:srgbClr val="DF8B16"/>
              </a:solidFill>
            </a:ln>
          </c:spPr>
          <c:cat>
            <c:strRef>
              <c:f>Sheet1!$A$2:$A$31</c:f>
              <c:strCache>
                <c:ptCount val="30"/>
                <c:pt idx="0">
                  <c:v>13M</c:v>
                </c:pt>
                <c:pt idx="1">
                  <c:v>23M</c:v>
                </c:pt>
                <c:pt idx="2">
                  <c:v>33M</c:v>
                </c:pt>
                <c:pt idx="3">
                  <c:v>44M</c:v>
                </c:pt>
                <c:pt idx="4">
                  <c:v>54M</c:v>
                </c:pt>
                <c:pt idx="5">
                  <c:v>65M</c:v>
                </c:pt>
                <c:pt idx="6">
                  <c:v>75M</c:v>
                </c:pt>
                <c:pt idx="7">
                  <c:v>85M</c:v>
                </c:pt>
                <c:pt idx="8">
                  <c:v>96M</c:v>
                </c:pt>
                <c:pt idx="9">
                  <c:v>106M</c:v>
                </c:pt>
                <c:pt idx="10">
                  <c:v>117M</c:v>
                </c:pt>
                <c:pt idx="11">
                  <c:v>127M</c:v>
                </c:pt>
                <c:pt idx="12">
                  <c:v>137M</c:v>
                </c:pt>
                <c:pt idx="13">
                  <c:v>148M</c:v>
                </c:pt>
                <c:pt idx="14">
                  <c:v>158M</c:v>
                </c:pt>
                <c:pt idx="15">
                  <c:v>169M</c:v>
                </c:pt>
                <c:pt idx="16">
                  <c:v>179M</c:v>
                </c:pt>
                <c:pt idx="17">
                  <c:v>189M</c:v>
                </c:pt>
                <c:pt idx="18">
                  <c:v>200M</c:v>
                </c:pt>
                <c:pt idx="19">
                  <c:v>210M</c:v>
                </c:pt>
                <c:pt idx="20">
                  <c:v>221M</c:v>
                </c:pt>
                <c:pt idx="21">
                  <c:v>231M</c:v>
                </c:pt>
                <c:pt idx="22">
                  <c:v>241M</c:v>
                </c:pt>
                <c:pt idx="23">
                  <c:v>252M</c:v>
                </c:pt>
                <c:pt idx="24">
                  <c:v>262M</c:v>
                </c:pt>
                <c:pt idx="25">
                  <c:v>273M</c:v>
                </c:pt>
                <c:pt idx="26">
                  <c:v>283M</c:v>
                </c:pt>
                <c:pt idx="27">
                  <c:v>293M</c:v>
                </c:pt>
                <c:pt idx="28">
                  <c:v>304M</c:v>
                </c:pt>
                <c:pt idx="29">
                  <c:v>314M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328</c:v>
                </c:pt>
                <c:pt idx="1">
                  <c:v>1312</c:v>
                </c:pt>
                <c:pt idx="2">
                  <c:v>885</c:v>
                </c:pt>
                <c:pt idx="3">
                  <c:v>463</c:v>
                </c:pt>
                <c:pt idx="4">
                  <c:v>342</c:v>
                </c:pt>
                <c:pt idx="5">
                  <c:v>183</c:v>
                </c:pt>
                <c:pt idx="6">
                  <c:v>85</c:v>
                </c:pt>
                <c:pt idx="7">
                  <c:v>61</c:v>
                </c:pt>
                <c:pt idx="8">
                  <c:v>25</c:v>
                </c:pt>
                <c:pt idx="9">
                  <c:v>15</c:v>
                </c:pt>
                <c:pt idx="10">
                  <c:v>9</c:v>
                </c:pt>
                <c:pt idx="11">
                  <c:v>8</c:v>
                </c:pt>
                <c:pt idx="12">
                  <c:v>7</c:v>
                </c:pt>
                <c:pt idx="13">
                  <c:v>1</c:v>
                </c:pt>
                <c:pt idx="14">
                  <c:v>2</c:v>
                </c:pt>
                <c:pt idx="15">
                  <c:v>3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0</c:v>
                </c:pt>
                <c:pt idx="20">
                  <c:v>1</c:v>
                </c:pt>
                <c:pt idx="21">
                  <c:v>0</c:v>
                </c:pt>
                <c:pt idx="22">
                  <c:v>0</c:v>
                </c:pt>
                <c:pt idx="23">
                  <c:v>1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1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65836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819" b="1">
                <a:solidFill>
                  <a:srgbClr val="2F6FD4"/>
                </a:solidFill>
                <a:latin typeface="Aptos"/>
              </a:rPr>
              <a:t>BOARD STOCK REVIEW  / 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789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2700" b="1">
                <a:solidFill>
                  <a:srgbClr val="0E1D2D"/>
                </a:solidFill>
                <a:latin typeface="Aptos"/>
              </a:rPr>
              <a:t>Closing Prices Over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07592"/>
            <a:ext cx="10972800" cy="18288"/>
          </a:xfrm>
          <a:prstGeom prst="rect">
            <a:avLst/>
          </a:prstGeom>
          <a:solidFill>
            <a:srgbClr val="DEE5EC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720" b="0">
                <a:solidFill>
                  <a:srgbClr val="667385"/>
                </a:solidFill>
                <a:latin typeface="Aptos"/>
              </a:rPr>
              <a:t>Source: stock_cleaned.csv  ·  derived from stock_data_raw.csv @ OwnCloud 1.0.0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/>
            <a:r>
              <a:rPr sz="800" b="0">
                <a:solidFill>
                  <a:srgbClr val="667385"/>
                </a:solidFill>
                <a:latin typeface="Aptos"/>
              </a:rPr>
              <a:t>1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600200"/>
          <a:ext cx="758952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13648" y="1682496"/>
            <a:ext cx="290779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13648" y="1682496"/>
            <a:ext cx="54864" cy="822960"/>
          </a:xfrm>
          <a:prstGeom prst="rect">
            <a:avLst/>
          </a:prstGeom>
          <a:solidFill>
            <a:srgbClr val="2F6FD4"/>
          </a:solidFill>
          <a:ln>
            <a:solidFill>
              <a:srgbClr val="2F6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51392" y="1810512"/>
            <a:ext cx="2286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720" b="1">
                <a:solidFill>
                  <a:srgbClr val="667385"/>
                </a:solidFill>
                <a:latin typeface="Aptos"/>
              </a:rPr>
              <a:t>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1392" y="2057400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200" b="1">
                <a:solidFill>
                  <a:srgbClr val="0E1D2D"/>
                </a:solidFill>
                <a:latin typeface="Aptos"/>
              </a:rPr>
              <a:t>2010-01-04
→ 2024-11-04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13648" y="2670048"/>
            <a:ext cx="290779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13648" y="2670048"/>
            <a:ext cx="54864" cy="822960"/>
          </a:xfrm>
          <a:prstGeom prst="rect">
            <a:avLst/>
          </a:prstGeom>
          <a:solidFill>
            <a:srgbClr val="188E68"/>
          </a:solidFill>
          <a:ln>
            <a:solidFill>
              <a:srgbClr val="188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51392" y="2798064"/>
            <a:ext cx="2286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720" b="1">
                <a:solidFill>
                  <a:srgbClr val="667385"/>
                </a:solidFill>
                <a:latin typeface="Aptos"/>
              </a:rPr>
              <a:t>CLOSE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3044952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400" b="1">
                <a:solidFill>
                  <a:srgbClr val="0E1D2D"/>
                </a:solidFill>
                <a:latin typeface="Aptos"/>
              </a:rPr>
              <a:t>$30.95  →  $408.46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13648" y="3657600"/>
            <a:ext cx="290779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13648" y="3657600"/>
            <a:ext cx="54864" cy="822960"/>
          </a:xfrm>
          <a:prstGeom prst="rect">
            <a:avLst/>
          </a:prstGeom>
          <a:solidFill>
            <a:srgbClr val="188E68"/>
          </a:solidFill>
          <a:ln>
            <a:solidFill>
              <a:srgbClr val="188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51392" y="3785615"/>
            <a:ext cx="2286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720" b="1">
                <a:solidFill>
                  <a:srgbClr val="667385"/>
                </a:solidFill>
                <a:latin typeface="Aptos"/>
              </a:rPr>
              <a:t>CUMULATIVE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4032504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400" b="1">
                <a:solidFill>
                  <a:srgbClr val="0E1D2D"/>
                </a:solidFill>
                <a:latin typeface="Aptos"/>
              </a:rPr>
              <a:t>+1,219.74%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13648" y="4645152"/>
            <a:ext cx="2907792" cy="1005840"/>
          </a:xfrm>
          <a:prstGeom prst="roundRect">
            <a:avLst/>
          </a:prstGeom>
          <a:solidFill>
            <a:srgbClr val="E8F1FB"/>
          </a:solidFill>
          <a:ln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51392" y="4818888"/>
            <a:ext cx="228600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800" b="1">
                <a:solidFill>
                  <a:srgbClr val="2F6FD4"/>
                </a:solidFill>
                <a:latin typeface="Aptos"/>
              </a:rPr>
              <a:t>Board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5102352"/>
            <a:ext cx="2331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000" b="1">
                <a:solidFill>
                  <a:srgbClr val="0E1D2D"/>
                </a:solidFill>
                <a:latin typeface="Aptos"/>
              </a:rPr>
              <a:t>Strong long-run appreciation; historical trend is not a forecast.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65836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819" b="1">
                <a:solidFill>
                  <a:srgbClr val="2F6FD4"/>
                </a:solidFill>
                <a:latin typeface="Aptos"/>
              </a:rPr>
              <a:t>TREND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789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2400" b="1">
                <a:solidFill>
                  <a:srgbClr val="0E1D2D"/>
                </a:solidFill>
                <a:latin typeface="Aptos"/>
              </a:rPr>
              <a:t>Close Price with 50 and 200-Day Moving Averages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07592"/>
            <a:ext cx="10972800" cy="18288"/>
          </a:xfrm>
          <a:prstGeom prst="rect">
            <a:avLst/>
          </a:prstGeom>
          <a:solidFill>
            <a:srgbClr val="DEE5EC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720" b="0">
                <a:solidFill>
                  <a:srgbClr val="667385"/>
                </a:solidFill>
                <a:latin typeface="Aptos"/>
              </a:rPr>
              <a:t>Source: stock_cleaned.csv  ·  derived from stock_data_raw.csv @ OwnCloud 1.0.0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/>
            <a:r>
              <a:rPr sz="800" b="0">
                <a:solidFill>
                  <a:srgbClr val="667385"/>
                </a:solidFill>
                <a:latin typeface="Aptos"/>
              </a:rPr>
              <a:t>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600200"/>
          <a:ext cx="758952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13648" y="1682496"/>
            <a:ext cx="290779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13648" y="1682496"/>
            <a:ext cx="54864" cy="822960"/>
          </a:xfrm>
          <a:prstGeom prst="rect">
            <a:avLst/>
          </a:prstGeom>
          <a:solidFill>
            <a:srgbClr val="2F6FD4"/>
          </a:solidFill>
          <a:ln>
            <a:solidFill>
              <a:srgbClr val="2F6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51392" y="1810512"/>
            <a:ext cx="2286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720" b="1">
                <a:solidFill>
                  <a:srgbClr val="667385"/>
                </a:solidFill>
                <a:latin typeface="Aptos"/>
              </a:rPr>
              <a:t>LATEST 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1392" y="2057400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400" b="1">
                <a:solidFill>
                  <a:srgbClr val="0E1D2D"/>
                </a:solidFill>
                <a:latin typeface="Aptos"/>
              </a:rPr>
              <a:t>$408.46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13648" y="2670048"/>
            <a:ext cx="290779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13648" y="2670048"/>
            <a:ext cx="54864" cy="822960"/>
          </a:xfrm>
          <a:prstGeom prst="rect">
            <a:avLst/>
          </a:prstGeom>
          <a:solidFill>
            <a:srgbClr val="13A7B8"/>
          </a:solidFill>
          <a:ln>
            <a:solidFill>
              <a:srgbClr val="13A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51392" y="2798064"/>
            <a:ext cx="2286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720" b="1">
                <a:solidFill>
                  <a:srgbClr val="667385"/>
                </a:solidFill>
                <a:latin typeface="Aptos"/>
              </a:rPr>
              <a:t>50-DAY 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3044952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400" b="1">
                <a:solidFill>
                  <a:srgbClr val="0E1D2D"/>
                </a:solidFill>
                <a:latin typeface="Aptos"/>
              </a:rPr>
              <a:t>$420.52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13648" y="3657600"/>
            <a:ext cx="290779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13648" y="3657600"/>
            <a:ext cx="54864" cy="822960"/>
          </a:xfrm>
          <a:prstGeom prst="rect">
            <a:avLst/>
          </a:prstGeom>
          <a:solidFill>
            <a:srgbClr val="DF8B16"/>
          </a:solidFill>
          <a:ln>
            <a:solidFill>
              <a:srgbClr val="DF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51392" y="3785615"/>
            <a:ext cx="2286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720" b="1">
                <a:solidFill>
                  <a:srgbClr val="667385"/>
                </a:solidFill>
                <a:latin typeface="Aptos"/>
              </a:rPr>
              <a:t>200-DAY 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4032504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400" b="1">
                <a:solidFill>
                  <a:srgbClr val="0E1D2D"/>
                </a:solidFill>
                <a:latin typeface="Aptos"/>
              </a:rPr>
              <a:t>$420.88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13648" y="4645152"/>
            <a:ext cx="2907792" cy="1005840"/>
          </a:xfrm>
          <a:prstGeom prst="roundRect">
            <a:avLst/>
          </a:prstGeom>
          <a:solidFill>
            <a:srgbClr val="E8F1FB"/>
          </a:solidFill>
          <a:ln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51392" y="4818888"/>
            <a:ext cx="228600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800" b="1">
                <a:solidFill>
                  <a:srgbClr val="2F6FD4"/>
                </a:solidFill>
                <a:latin typeface="Aptos"/>
              </a:rPr>
              <a:t>Board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5102352"/>
            <a:ext cx="2331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000" b="1">
                <a:solidFill>
                  <a:srgbClr val="0E1D2D"/>
                </a:solidFill>
                <a:latin typeface="Aptos"/>
              </a:rPr>
              <a:t>Latest close is below both averages; monitor, not a buy/sell signal.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65836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819" b="1">
                <a:solidFill>
                  <a:srgbClr val="2F6FD4"/>
                </a:solidFill>
                <a:latin typeface="Aptos"/>
              </a:rPr>
              <a:t>BOARD STOCK REVIEW  / 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789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2700" b="1">
                <a:solidFill>
                  <a:srgbClr val="0E1D2D"/>
                </a:solidFill>
                <a:latin typeface="Aptos"/>
              </a:rPr>
              <a:t>Correlation Between Columns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07592"/>
            <a:ext cx="10972800" cy="18288"/>
          </a:xfrm>
          <a:prstGeom prst="rect">
            <a:avLst/>
          </a:prstGeom>
          <a:solidFill>
            <a:srgbClr val="DEE5EC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720" b="0">
                <a:solidFill>
                  <a:srgbClr val="667385"/>
                </a:solidFill>
                <a:latin typeface="Aptos"/>
              </a:rPr>
              <a:t>Source: stock_cleaned.csv  ·  derived from stock_data_raw.csv @ OwnCloud 1.0.0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/>
            <a:r>
              <a:rPr sz="800" b="0">
                <a:solidFill>
                  <a:srgbClr val="667385"/>
                </a:solidFill>
                <a:latin typeface="Aptos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572768"/>
          <a:ext cx="757123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905256"/>
                <a:gridCol w="905256"/>
                <a:gridCol w="905256"/>
                <a:gridCol w="905256"/>
                <a:gridCol w="905256"/>
                <a:gridCol w="905256"/>
                <a:gridCol w="905256"/>
              </a:tblGrid>
              <a:tr h="554355">
                <a:tc>
                  <a:txBody>
                    <a:bodyPr/>
                    <a:lstStyle/>
                    <a:p>
                      <a:pPr algn="ctr"/>
                    </a:p>
                  </a:txBody>
                  <a:tcPr marL="18288" marR="18288" marT="18288" marB="18288" anchor="ctr">
                    <a:solidFill>
                      <a:srgbClr val="0E1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Adj</a:t>
                      </a:r>
                    </a:p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Close</a:t>
                      </a:r>
                    </a:p>
                  </a:txBody>
                  <a:tcPr marL="18288" marR="18288" marT="18288" marB="18288" anchor="ctr">
                    <a:solidFill>
                      <a:srgbClr val="0E1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Close</a:t>
                      </a:r>
                    </a:p>
                  </a:txBody>
                  <a:tcPr marL="18288" marR="18288" marT="18288" marB="18288" anchor="ctr">
                    <a:solidFill>
                      <a:srgbClr val="0E1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18288" marR="18288" marT="18288" marB="18288" anchor="ctr">
                    <a:solidFill>
                      <a:srgbClr val="0E1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Low</a:t>
                      </a:r>
                    </a:p>
                  </a:txBody>
                  <a:tcPr marL="18288" marR="18288" marT="18288" marB="18288" anchor="ctr">
                    <a:solidFill>
                      <a:srgbClr val="0E1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18288" marR="18288" marT="18288" marB="18288" anchor="ctr">
                    <a:solidFill>
                      <a:srgbClr val="0E1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Volume</a:t>
                      </a:r>
                    </a:p>
                  </a:txBody>
                  <a:tcPr marL="18288" marR="18288" marT="18288" marB="18288" anchor="ctr">
                    <a:solidFill>
                      <a:srgbClr val="0E1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Daily</a:t>
                      </a:r>
                    </a:p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Return</a:t>
                      </a:r>
                    </a:p>
                  </a:txBody>
                  <a:tcPr marL="18288" marR="18288" marT="18288" marB="18288" anchor="ctr">
                    <a:solidFill>
                      <a:srgbClr val="0E1D2D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Adj Close</a:t>
                      </a:r>
                    </a:p>
                  </a:txBody>
                  <a:tcPr marL="18288" marR="18288" marT="18288" marB="18288" anchor="ctr">
                    <a:solidFill>
                      <a:srgbClr val="0E1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234"/>
                          </a:solidFill>
                          <a:latin typeface="Aptos"/>
                        </a:rPr>
                        <a:t>-0.37</a:t>
                      </a:r>
                    </a:p>
                  </a:txBody>
                  <a:tcPr marL="18288" marR="18288" marT="18288" marB="18288" anchor="ctr">
                    <a:solidFill>
                      <a:srgbClr val="EAB8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234"/>
                          </a:solidFill>
                          <a:latin typeface="Aptos"/>
                        </a:rPr>
                        <a:t>0.01</a:t>
                      </a:r>
                    </a:p>
                  </a:txBody>
                  <a:tcPr marL="18288" marR="18288" marT="18288" marB="18288" anchor="ctr">
                    <a:solidFill>
                      <a:srgbClr val="FBFCFE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Close</a:t>
                      </a:r>
                    </a:p>
                  </a:txBody>
                  <a:tcPr marL="18288" marR="18288" marT="18288" marB="18288" anchor="ctr">
                    <a:solidFill>
                      <a:srgbClr val="0E1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234"/>
                          </a:solidFill>
                          <a:latin typeface="Aptos"/>
                        </a:rPr>
                        <a:t>-0.37</a:t>
                      </a:r>
                    </a:p>
                  </a:txBody>
                  <a:tcPr marL="18288" marR="18288" marT="18288" marB="18288" anchor="ctr">
                    <a:solidFill>
                      <a:srgbClr val="EAB8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234"/>
                          </a:solidFill>
                          <a:latin typeface="Aptos"/>
                        </a:rPr>
                        <a:t>0.02</a:t>
                      </a:r>
                    </a:p>
                  </a:txBody>
                  <a:tcPr marL="18288" marR="18288" marT="18288" marB="18288" anchor="ctr">
                    <a:solidFill>
                      <a:srgbClr val="FBFCFE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High</a:t>
                      </a:r>
                    </a:p>
                  </a:txBody>
                  <a:tcPr marL="18288" marR="18288" marT="18288" marB="18288" anchor="ctr">
                    <a:solidFill>
                      <a:srgbClr val="0E1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234"/>
                          </a:solidFill>
                          <a:latin typeface="Aptos"/>
                        </a:rPr>
                        <a:t>-0.37</a:t>
                      </a:r>
                    </a:p>
                  </a:txBody>
                  <a:tcPr marL="18288" marR="18288" marT="18288" marB="18288" anchor="ctr">
                    <a:solidFill>
                      <a:srgbClr val="EAB9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234"/>
                          </a:solidFill>
                          <a:latin typeface="Aptos"/>
                        </a:rPr>
                        <a:t>0.01</a:t>
                      </a:r>
                    </a:p>
                  </a:txBody>
                  <a:tcPr marL="18288" marR="18288" marT="18288" marB="18288" anchor="ctr">
                    <a:solidFill>
                      <a:srgbClr val="FDFDFE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Low</a:t>
                      </a:r>
                    </a:p>
                  </a:txBody>
                  <a:tcPr marL="18288" marR="18288" marT="18288" marB="18288" anchor="ctr">
                    <a:solidFill>
                      <a:srgbClr val="0E1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234"/>
                          </a:solidFill>
                          <a:latin typeface="Aptos"/>
                        </a:rPr>
                        <a:t>-0.38</a:t>
                      </a:r>
                    </a:p>
                  </a:txBody>
                  <a:tcPr marL="18288" marR="18288" marT="18288" marB="18288" anchor="ctr">
                    <a:solidFill>
                      <a:srgbClr val="E9B8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234"/>
                          </a:solidFill>
                          <a:latin typeface="Aptos"/>
                        </a:rPr>
                        <a:t>0.01</a:t>
                      </a:r>
                    </a:p>
                  </a:txBody>
                  <a:tcPr marL="18288" marR="18288" marT="18288" marB="18288" anchor="ctr">
                    <a:solidFill>
                      <a:srgbClr val="FDFDFE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18288" marR="18288" marT="18288" marB="18288" anchor="ctr">
                    <a:solidFill>
                      <a:srgbClr val="0E1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234"/>
                          </a:solidFill>
                          <a:latin typeface="Aptos"/>
                        </a:rPr>
                        <a:t>-0.37</a:t>
                      </a:r>
                    </a:p>
                  </a:txBody>
                  <a:tcPr marL="18288" marR="18288" marT="18288" marB="18288" anchor="ctr">
                    <a:solidFill>
                      <a:srgbClr val="EAB8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234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18288" marR="18288" marT="18288" marB="18288" anchor="ctr">
                    <a:solidFill>
                      <a:srgbClr val="FEFEFE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Volume</a:t>
                      </a:r>
                    </a:p>
                  </a:txBody>
                  <a:tcPr marL="18288" marR="18288" marT="18288" marB="18288" anchor="ctr">
                    <a:solidFill>
                      <a:srgbClr val="0E1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234"/>
                          </a:solidFill>
                          <a:latin typeface="Aptos"/>
                        </a:rPr>
                        <a:t>-0.37</a:t>
                      </a:r>
                    </a:p>
                  </a:txBody>
                  <a:tcPr marL="18288" marR="18288" marT="18288" marB="18288" anchor="ctr">
                    <a:solidFill>
                      <a:srgbClr val="EAB8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234"/>
                          </a:solidFill>
                          <a:latin typeface="Aptos"/>
                        </a:rPr>
                        <a:t>-0.37</a:t>
                      </a:r>
                    </a:p>
                  </a:txBody>
                  <a:tcPr marL="18288" marR="18288" marT="18288" marB="18288" anchor="ctr">
                    <a:solidFill>
                      <a:srgbClr val="EAB8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234"/>
                          </a:solidFill>
                          <a:latin typeface="Aptos"/>
                        </a:rPr>
                        <a:t>-0.37</a:t>
                      </a:r>
                    </a:p>
                  </a:txBody>
                  <a:tcPr marL="18288" marR="18288" marT="18288" marB="18288" anchor="ctr">
                    <a:solidFill>
                      <a:srgbClr val="EAB9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234"/>
                          </a:solidFill>
                          <a:latin typeface="Aptos"/>
                        </a:rPr>
                        <a:t>-0.38</a:t>
                      </a:r>
                    </a:p>
                  </a:txBody>
                  <a:tcPr marL="18288" marR="18288" marT="18288" marB="18288" anchor="ctr">
                    <a:solidFill>
                      <a:srgbClr val="E9B8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234"/>
                          </a:solidFill>
                          <a:latin typeface="Aptos"/>
                        </a:rPr>
                        <a:t>-0.37</a:t>
                      </a:r>
                    </a:p>
                  </a:txBody>
                  <a:tcPr marL="18288" marR="18288" marT="18288" marB="18288" anchor="ctr">
                    <a:solidFill>
                      <a:srgbClr val="EAB8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234"/>
                          </a:solidFill>
                          <a:latin typeface="Aptos"/>
                        </a:rPr>
                        <a:t>-0.07</a:t>
                      </a:r>
                    </a:p>
                  </a:txBody>
                  <a:tcPr marL="18288" marR="18288" marT="18288" marB="18288" anchor="ctr">
                    <a:solidFill>
                      <a:srgbClr val="FBF1F1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ctr"/>
                      <a:r>
                        <a:rPr sz="720" b="1">
                          <a:solidFill>
                            <a:srgbClr val="FFFFFF"/>
                          </a:solidFill>
                          <a:latin typeface="Aptos"/>
                        </a:rPr>
                        <a:t>Daily Return</a:t>
                      </a:r>
                    </a:p>
                  </a:txBody>
                  <a:tcPr marL="18288" marR="18288" marT="18288" marB="18288" anchor="ctr">
                    <a:solidFill>
                      <a:srgbClr val="0E1D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234"/>
                          </a:solidFill>
                          <a:latin typeface="Aptos"/>
                        </a:rPr>
                        <a:t>0.01</a:t>
                      </a:r>
                    </a:p>
                  </a:txBody>
                  <a:tcPr marL="18288" marR="18288" marT="18288" marB="18288"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234"/>
                          </a:solidFill>
                          <a:latin typeface="Aptos"/>
                        </a:rPr>
                        <a:t>0.02</a:t>
                      </a:r>
                    </a:p>
                  </a:txBody>
                  <a:tcPr marL="18288" marR="18288" marT="18288" marB="18288" anchor="ctr"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234"/>
                          </a:solidFill>
                          <a:latin typeface="Aptos"/>
                        </a:rPr>
                        <a:t>0.01</a:t>
                      </a:r>
                    </a:p>
                  </a:txBody>
                  <a:tcPr marL="18288" marR="18288" marT="18288" marB="18288" anchor="ctr"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234"/>
                          </a:solidFill>
                          <a:latin typeface="Aptos"/>
                        </a:rPr>
                        <a:t>0.01</a:t>
                      </a:r>
                    </a:p>
                  </a:txBody>
                  <a:tcPr marL="18288" marR="18288" marT="18288" marB="18288" anchor="ctr">
                    <a:solidFill>
                      <a:srgbClr val="FDFD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234"/>
                          </a:solidFill>
                          <a:latin typeface="Aptos"/>
                        </a:rPr>
                        <a:t>0.00</a:t>
                      </a:r>
                    </a:p>
                  </a:txBody>
                  <a:tcPr marL="18288" marR="18288" marT="18288" marB="18288" anchor="ctr"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72234"/>
                          </a:solidFill>
                          <a:latin typeface="Aptos"/>
                        </a:rPr>
                        <a:t>-0.07</a:t>
                      </a:r>
                    </a:p>
                  </a:txBody>
                  <a:tcPr marL="18288" marR="18288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1.00</a:t>
                      </a:r>
                    </a:p>
                  </a:txBody>
                  <a:tcPr marL="18288" marR="18288" marT="18288" marB="18288" anchor="ctr">
                    <a:solidFill>
                      <a:srgbClr val="2F6FD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13648" y="1682496"/>
            <a:ext cx="290779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13648" y="1682496"/>
            <a:ext cx="54864" cy="822960"/>
          </a:xfrm>
          <a:prstGeom prst="rect">
            <a:avLst/>
          </a:prstGeom>
          <a:solidFill>
            <a:srgbClr val="C7433B"/>
          </a:solidFill>
          <a:ln>
            <a:solidFill>
              <a:srgbClr val="C74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51392" y="1810512"/>
            <a:ext cx="2286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720" b="1">
                <a:solidFill>
                  <a:srgbClr val="667385"/>
                </a:solidFill>
                <a:latin typeface="Aptos"/>
              </a:rPr>
              <a:t>CLOSE VS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1392" y="2057400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400" b="1">
                <a:solidFill>
                  <a:srgbClr val="0E1D2D"/>
                </a:solidFill>
                <a:latin typeface="Aptos"/>
              </a:rPr>
              <a:t>-0.37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13648" y="2670048"/>
            <a:ext cx="290779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13648" y="2670048"/>
            <a:ext cx="54864" cy="822960"/>
          </a:xfrm>
          <a:prstGeom prst="rect">
            <a:avLst/>
          </a:prstGeom>
          <a:solidFill>
            <a:srgbClr val="DF8B16"/>
          </a:solidFill>
          <a:ln>
            <a:solidFill>
              <a:srgbClr val="DF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51392" y="2798064"/>
            <a:ext cx="2286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720" b="1">
                <a:solidFill>
                  <a:srgbClr val="667385"/>
                </a:solidFill>
                <a:latin typeface="Aptos"/>
              </a:rPr>
              <a:t>RETURN VS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3044952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400" b="1">
                <a:solidFill>
                  <a:srgbClr val="0E1D2D"/>
                </a:solidFill>
                <a:latin typeface="Aptos"/>
              </a:rPr>
              <a:t>-0.07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13648" y="3657600"/>
            <a:ext cx="290779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13648" y="3657600"/>
            <a:ext cx="54864" cy="822960"/>
          </a:xfrm>
          <a:prstGeom prst="rect">
            <a:avLst/>
          </a:prstGeom>
          <a:solidFill>
            <a:srgbClr val="2F6FD4"/>
          </a:solidFill>
          <a:ln>
            <a:solidFill>
              <a:srgbClr val="2F6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51392" y="3785615"/>
            <a:ext cx="2286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720" b="1">
                <a:solidFill>
                  <a:srgbClr val="667385"/>
                </a:solidFill>
                <a:latin typeface="Aptos"/>
              </a:rPr>
              <a:t>PRICE FIELDS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4032504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400" b="1">
                <a:solidFill>
                  <a:srgbClr val="0E1D2D"/>
                </a:solidFill>
                <a:latin typeface="Aptos"/>
              </a:rPr>
              <a:t>~1.00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13648" y="4645152"/>
            <a:ext cx="2907792" cy="1005840"/>
          </a:xfrm>
          <a:prstGeom prst="roundRect">
            <a:avLst/>
          </a:prstGeom>
          <a:solidFill>
            <a:srgbClr val="E8F1FB"/>
          </a:solidFill>
          <a:ln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51392" y="4818888"/>
            <a:ext cx="228600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800" b="1">
                <a:solidFill>
                  <a:srgbClr val="2F6FD4"/>
                </a:solidFill>
                <a:latin typeface="Aptos"/>
              </a:rPr>
              <a:t>Board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5065776"/>
            <a:ext cx="2331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950" b="1">
                <a:solidFill>
                  <a:srgbClr val="0E1D2D"/>
                </a:solidFill>
                <a:latin typeface="Aptos"/>
              </a:rPr>
              <a:t>Volume is negatively associated with price level here; correlation is not causation.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65836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819" b="1">
                <a:solidFill>
                  <a:srgbClr val="2F6FD4"/>
                </a:solidFill>
                <a:latin typeface="Aptos"/>
              </a:rPr>
              <a:t>BOARD STOCK REVIEW  / 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789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2700" b="1">
                <a:solidFill>
                  <a:srgbClr val="0E1D2D"/>
                </a:solidFill>
                <a:latin typeface="Aptos"/>
              </a:rPr>
              <a:t>Daily Return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07592"/>
            <a:ext cx="10972800" cy="18288"/>
          </a:xfrm>
          <a:prstGeom prst="rect">
            <a:avLst/>
          </a:prstGeom>
          <a:solidFill>
            <a:srgbClr val="DEE5EC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720" b="0">
                <a:solidFill>
                  <a:srgbClr val="667385"/>
                </a:solidFill>
                <a:latin typeface="Aptos"/>
              </a:rPr>
              <a:t>Source: stock_cleaned.csv  ·  derived from stock_data_raw.csv @ OwnCloud 1.0.0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/>
            <a:r>
              <a:rPr sz="800" b="0">
                <a:solidFill>
                  <a:srgbClr val="667385"/>
                </a:solidFill>
                <a:latin typeface="Aptos"/>
              </a:rPr>
              <a:t>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600200"/>
          <a:ext cx="758952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13648" y="1682496"/>
            <a:ext cx="290779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13648" y="1682496"/>
            <a:ext cx="54864" cy="822960"/>
          </a:xfrm>
          <a:prstGeom prst="rect">
            <a:avLst/>
          </a:prstGeom>
          <a:solidFill>
            <a:srgbClr val="188E68"/>
          </a:solidFill>
          <a:ln>
            <a:solidFill>
              <a:srgbClr val="188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51392" y="1810512"/>
            <a:ext cx="2286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720" b="1">
                <a:solidFill>
                  <a:srgbClr val="667385"/>
                </a:solidFill>
                <a:latin typeface="Aptos"/>
              </a:rPr>
              <a:t>MEAN DAILY 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1392" y="2057400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400" b="1">
                <a:solidFill>
                  <a:srgbClr val="0E1D2D"/>
                </a:solidFill>
                <a:latin typeface="Aptos"/>
              </a:rPr>
              <a:t>0.08%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13648" y="2670048"/>
            <a:ext cx="290779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13648" y="2670048"/>
            <a:ext cx="54864" cy="822960"/>
          </a:xfrm>
          <a:prstGeom prst="rect">
            <a:avLst/>
          </a:prstGeom>
          <a:solidFill>
            <a:srgbClr val="DF8B16"/>
          </a:solidFill>
          <a:ln>
            <a:solidFill>
              <a:srgbClr val="DF8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51392" y="2798064"/>
            <a:ext cx="2286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720" b="1">
                <a:solidFill>
                  <a:srgbClr val="667385"/>
                </a:solidFill>
                <a:latin typeface="Aptos"/>
              </a:rPr>
              <a:t>ANNUALIZED VOLATILITY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3044952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400" b="1">
                <a:solidFill>
                  <a:srgbClr val="0E1D2D"/>
                </a:solidFill>
                <a:latin typeface="Aptos"/>
              </a:rPr>
              <a:t>25.66%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13648" y="3657600"/>
            <a:ext cx="290779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13648" y="3657600"/>
            <a:ext cx="54864" cy="822960"/>
          </a:xfrm>
          <a:prstGeom prst="rect">
            <a:avLst/>
          </a:prstGeom>
          <a:solidFill>
            <a:srgbClr val="C7433B"/>
          </a:solidFill>
          <a:ln>
            <a:solidFill>
              <a:srgbClr val="C74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51392" y="3785615"/>
            <a:ext cx="2286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720" b="1">
                <a:solidFill>
                  <a:srgbClr val="667385"/>
                </a:solidFill>
                <a:latin typeface="Aptos"/>
              </a:rPr>
              <a:t>OBSERVED 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4032504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400" b="1">
                <a:solidFill>
                  <a:srgbClr val="0E1D2D"/>
                </a:solidFill>
                <a:latin typeface="Aptos"/>
              </a:rPr>
              <a:t>-14.74%  →  +14.22%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13648" y="4645152"/>
            <a:ext cx="2907792" cy="1005840"/>
          </a:xfrm>
          <a:prstGeom prst="roundRect">
            <a:avLst/>
          </a:prstGeom>
          <a:solidFill>
            <a:srgbClr val="E8F1FB"/>
          </a:solidFill>
          <a:ln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51392" y="4818888"/>
            <a:ext cx="228600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800" b="1">
                <a:solidFill>
                  <a:srgbClr val="2F6FD4"/>
                </a:solidFill>
                <a:latin typeface="Aptos"/>
              </a:rPr>
              <a:t>Board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5102352"/>
            <a:ext cx="2331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000" b="1">
                <a:solidFill>
                  <a:srgbClr val="0E1D2D"/>
                </a:solidFill>
                <a:latin typeface="Aptos"/>
              </a:rPr>
              <a:t>Most days cluster near zero, with material tail events defining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65836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819" b="1">
                <a:solidFill>
                  <a:srgbClr val="2F6FD4"/>
                </a:solidFill>
                <a:latin typeface="Aptos"/>
              </a:rPr>
              <a:t>BOARD STOCK REVIEW  /  MARKET INTEREST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78992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2700" b="1">
                <a:solidFill>
                  <a:srgbClr val="0E1D2D"/>
                </a:solidFill>
                <a:latin typeface="Aptos"/>
              </a:rPr>
              <a:t>Volume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07592"/>
            <a:ext cx="10972800" cy="18288"/>
          </a:xfrm>
          <a:prstGeom prst="rect">
            <a:avLst/>
          </a:prstGeom>
          <a:solidFill>
            <a:srgbClr val="DEE5EC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332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720" b="0">
                <a:solidFill>
                  <a:srgbClr val="667385"/>
                </a:solidFill>
                <a:latin typeface="Aptos"/>
              </a:rPr>
              <a:t>Source: stock_cleaned.csv  ·  derived from stock_data_raw.csv @ OwnCloud 1.0.0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/>
            <a:r>
              <a:rPr sz="800" b="0">
                <a:solidFill>
                  <a:srgbClr val="667385"/>
                </a:solidFill>
                <a:latin typeface="Aptos"/>
              </a:rPr>
              <a:t>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600200"/>
          <a:ext cx="758952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13648" y="1682496"/>
            <a:ext cx="290779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13648" y="1682496"/>
            <a:ext cx="54864" cy="822960"/>
          </a:xfrm>
          <a:prstGeom prst="rect">
            <a:avLst/>
          </a:prstGeom>
          <a:solidFill>
            <a:srgbClr val="2F6FD4"/>
          </a:solidFill>
          <a:ln>
            <a:solidFill>
              <a:srgbClr val="2F6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51392" y="1810512"/>
            <a:ext cx="2286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720" b="1">
                <a:solidFill>
                  <a:srgbClr val="667385"/>
                </a:solidFill>
                <a:latin typeface="Aptos"/>
              </a:rPr>
              <a:t>MEDIAN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1392" y="2057400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400" b="1">
                <a:solidFill>
                  <a:srgbClr val="0E1D2D"/>
                </a:solidFill>
                <a:latin typeface="Aptos"/>
              </a:rPr>
              <a:t>30.38M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13648" y="2670048"/>
            <a:ext cx="290779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13648" y="2670048"/>
            <a:ext cx="54864" cy="822960"/>
          </a:xfrm>
          <a:prstGeom prst="rect">
            <a:avLst/>
          </a:prstGeom>
          <a:solidFill>
            <a:srgbClr val="188E68"/>
          </a:solidFill>
          <a:ln>
            <a:solidFill>
              <a:srgbClr val="188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51392" y="2798064"/>
            <a:ext cx="2286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720" b="1">
                <a:solidFill>
                  <a:srgbClr val="667385"/>
                </a:solidFill>
                <a:latin typeface="Aptos"/>
              </a:rPr>
              <a:t>MEAN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3044952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400" b="1">
                <a:solidFill>
                  <a:srgbClr val="0E1D2D"/>
                </a:solidFill>
                <a:latin typeface="Aptos"/>
              </a:rPr>
              <a:t>36.32M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13648" y="3657600"/>
            <a:ext cx="290779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13648" y="3657600"/>
            <a:ext cx="54864" cy="822960"/>
          </a:xfrm>
          <a:prstGeom prst="rect">
            <a:avLst/>
          </a:prstGeom>
          <a:solidFill>
            <a:srgbClr val="C7433B"/>
          </a:solidFill>
          <a:ln>
            <a:solidFill>
              <a:srgbClr val="C74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51392" y="3785615"/>
            <a:ext cx="2286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720" b="1">
                <a:solidFill>
                  <a:srgbClr val="667385"/>
                </a:solidFill>
                <a:latin typeface="Aptos"/>
              </a:rPr>
              <a:t>MAXIMUM VOLUME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4032504"/>
            <a:ext cx="2331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400" b="1">
                <a:solidFill>
                  <a:srgbClr val="0E1D2D"/>
                </a:solidFill>
                <a:latin typeface="Aptos"/>
              </a:rPr>
              <a:t>319.32M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13648" y="4645152"/>
            <a:ext cx="2907792" cy="1005840"/>
          </a:xfrm>
          <a:prstGeom prst="roundRect">
            <a:avLst/>
          </a:prstGeom>
          <a:solidFill>
            <a:srgbClr val="E8F1FB"/>
          </a:solidFill>
          <a:ln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51392" y="4818888"/>
            <a:ext cx="228600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800" b="1">
                <a:solidFill>
                  <a:srgbClr val="2F6FD4"/>
                </a:solidFill>
                <a:latin typeface="Aptos"/>
              </a:rPr>
              <a:t>Board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5102352"/>
            <a:ext cx="2331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/>
            <a:r>
              <a:rPr sz="1000" b="1">
                <a:solidFill>
                  <a:srgbClr val="0E1D2D"/>
                </a:solidFill>
                <a:latin typeface="Aptos"/>
              </a:rPr>
              <a:t>Right-skewed activity: a small number of sessions carry exceptional interest.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