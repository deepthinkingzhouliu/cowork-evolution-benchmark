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316"/>
    <p:restoredTop sz="94658"/>
  </p:normalViewPr>
  <p:slideViewPr>
    <p:cSldViewPr snapToGrid="0" snapToObjects="1">
      <p:cViewPr>
        <p:scale>
          <a:sx n="77" d="100"/>
          <a:sy n="77" d="100"/>
        </p:scale>
        <p:origin x="-8" y="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Analysis by 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636516"/>
              </p:ext>
            </p:extLst>
          </p:nvPr>
        </p:nvGraphicFramePr>
        <p:xfrm>
          <a:off x="685800" y="16459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Team A</a:t>
                      </a:r>
                      <a:endParaRPr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Team B</a:t>
                      </a:r>
                      <a:endParaRPr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Manufacturing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Finance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100"/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Logistics – 35</a:t>
                      </a:r>
                    </a:p>
                    <a:p>
                      <a:r>
                        <a:rPr sz="1100"/>
                        <a:t>HR –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Sales – 20</a:t>
                      </a:r>
                    </a:p>
                    <a:p>
                      <a:r>
                        <a:rPr sz="1100"/>
                        <a:t>Marketing – 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Images and Captions</a:t>
            </a:r>
          </a:p>
        </p:txBody>
      </p:sp>
      <p:pic>
        <p:nvPicPr>
          <p:cNvPr id="3" name="Picture 2" descr="7e752d36-af53-4ac5-b9d6-ce02501fc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2743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Manufacturing: Assembly Line</a:t>
            </a:r>
          </a:p>
        </p:txBody>
      </p:sp>
      <p:pic>
        <p:nvPicPr>
          <p:cNvPr id="5" name="Picture 4" descr="b26a6d24-8151-4a3e-b147-ec54708252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45920"/>
            <a:ext cx="2743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290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Finance: Financial Growth</a:t>
            </a:r>
          </a:p>
        </p:txBody>
      </p:sp>
      <p:pic>
        <p:nvPicPr>
          <p:cNvPr id="7" name="Picture 6" descr="ef82383c-23c0-48dd-9291-1398f38ca8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45920"/>
            <a:ext cx="27432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3474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IT: Data 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52</Words>
  <Application>Microsoft Macintosh PowerPoint</Application>
  <PresentationFormat>On-screen Show (4:3)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Project Performance Review</vt:lpstr>
      <vt:lpstr>Summary Performance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2025-11-18T23:06:48Z</dcterms:modified>
  <cp:category/>
</cp:coreProperties>
</file>