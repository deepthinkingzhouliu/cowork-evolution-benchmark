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42"/>
    <p:restoredTop sz="94654"/>
  </p:normalViewPr>
  <p:slideViewPr>
    <p:cSldViewPr snapToGrid="0" snapToObjects="1">
      <p:cViewPr>
        <p:scale>
          <a:sx n="39" d="100"/>
          <a:sy n="39" d="100"/>
        </p:scale>
        <p:origin x="1672" y="2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2000"/>
            </a:pPr>
            <a:r>
              <a:rPr lang="en-US"/>
              <a:t>Regional Sales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0072B2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22</c:v>
                </c:pt>
                <c:pt idx="2">
                  <c:v>25</c:v>
                </c:pt>
                <c:pt idx="3">
                  <c:v>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867-9842-BFB7-332349199B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rgbClr val="E69F0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18</c:v>
                </c:pt>
                <c:pt idx="2">
                  <c:v>21</c:v>
                </c:pt>
                <c:pt idx="3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867-9842-BFB7-332349199B5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009E73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867-9842-BFB7-332349199B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0728086072574262"/>
          <c:y val="0.15051399825021872"/>
          <c:w val="0.45157584468608092"/>
          <c:h val="6.6440024738287029E-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Palette: Improve Color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Instruction:</a:t>
            </a:r>
          </a:p>
          <a:p>
            <a:pPr lvl="1">
              <a:defRPr sz="1350"/>
            </a:pPr>
            <a:r>
              <a:t>• Remap the chart's series colors to an explicitly color‑blind‑safe palette (Okabe‑Ito).</a:t>
            </a:r>
          </a:p>
          <a:p>
            <a:pPr lvl="1">
              <a:defRPr sz="1350"/>
            </a:pPr>
            <a:r>
              <a:t>• Keep chart type, data, legend order, fonts, and layout unchanged.</a:t>
            </a:r>
          </a:p>
          <a:p>
            <a:pPr lvl="1">
              <a:defRPr sz="1350"/>
            </a:pPr>
            <a:r>
              <a:t>• Do not edit values or labels. No overlays or duplicate charts.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164599"/>
              </p:ext>
            </p:extLst>
          </p:nvPr>
        </p:nvGraphicFramePr>
        <p:xfrm>
          <a:off x="5943600" y="914400"/>
          <a:ext cx="576072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Palette: Improve Color Accessibility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2025-09-22T00:03:13Z</dcterms:modified>
  <cp:category/>
</cp:coreProperties>
</file>