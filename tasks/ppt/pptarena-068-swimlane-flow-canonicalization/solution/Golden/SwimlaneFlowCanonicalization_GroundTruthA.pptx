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>
        <p:scale>
          <a:sx n="95" d="100"/>
          <a:sy n="95" d="100"/>
        </p:scale>
        <p:origin x="2664" y="7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82828"/>
                </a:solidFill>
              </a:rPr>
              <a:t>Canonical Process • 3 Swimlanes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737360"/>
          </a:xfrm>
          <a:prstGeom prst="rect">
            <a:avLst/>
          </a:prstGeom>
          <a:solidFill>
            <a:srgbClr val="F0F6FF"/>
          </a:solidFill>
          <a:ln w="15875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C3C50"/>
                </a:solidFill>
              </a:rPr>
              <a:t>Intake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8229600" cy="1737360"/>
          </a:xfrm>
          <a:prstGeom prst="rect">
            <a:avLst/>
          </a:prstGeom>
          <a:solidFill>
            <a:srgbClr val="F0FFF5"/>
          </a:solidFill>
          <a:ln w="15875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880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C3C50"/>
                </a:solidFill>
              </a:rPr>
              <a:t>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480560"/>
            <a:ext cx="8229600" cy="1737360"/>
          </a:xfrm>
          <a:prstGeom prst="rect">
            <a:avLst/>
          </a:prstGeom>
          <a:solidFill>
            <a:srgbClr val="FAF5FF"/>
          </a:solidFill>
          <a:ln w="15875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4617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C3C50"/>
                </a:solidFill>
              </a:rPr>
              <a:t>Output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554480"/>
            <a:ext cx="2286000" cy="914400"/>
          </a:xfrm>
          <a:prstGeom prst="rect">
            <a:avLst/>
          </a:prstGeom>
          <a:solidFill>
            <a:srgbClr val="DCEBFF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 dirty="0">
                <a:solidFill>
                  <a:schemeClr val="tx1"/>
                </a:solidFill>
              </a:rPr>
              <a:t>Step 1: Intake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1207" y="1601795"/>
            <a:ext cx="2286000" cy="914400"/>
          </a:xfrm>
          <a:prstGeom prst="rect">
            <a:avLst/>
          </a:prstGeom>
          <a:solidFill>
            <a:srgbClr val="E6FFE6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 dirty="0">
                <a:solidFill>
                  <a:schemeClr val="tx1"/>
                </a:solidFill>
              </a:rPr>
              <a:t>Step 2: Validate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4003" y="1651236"/>
            <a:ext cx="2286000" cy="914400"/>
          </a:xfrm>
          <a:prstGeom prst="rect">
            <a:avLst/>
          </a:prstGeom>
          <a:solidFill>
            <a:srgbClr val="FFF0DC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 dirty="0">
                <a:solidFill>
                  <a:schemeClr val="tx1"/>
                </a:solidFill>
              </a:rPr>
              <a:t>Step 3: Transform</a:t>
            </a:r>
          </a:p>
        </p:txBody>
      </p:sp>
      <p:sp>
        <p:nvSpPr>
          <p:cNvPr id="12" name="Diamond 11"/>
          <p:cNvSpPr/>
          <p:nvPr/>
        </p:nvSpPr>
        <p:spPr>
          <a:xfrm>
            <a:off x="2828954" y="3383530"/>
            <a:ext cx="1087862" cy="91440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r>
              <a:rPr dirty="0">
                <a:solidFill>
                  <a:schemeClr val="tx1"/>
                </a:solidFill>
              </a:rPr>
              <a:t>O</a:t>
            </a:r>
            <a:r>
              <a:rPr lang="en-US" dirty="0">
                <a:solidFill>
                  <a:schemeClr val="tx1"/>
                </a:solidFill>
              </a:rPr>
              <a:t>K</a:t>
            </a:r>
            <a:r>
              <a:rPr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0502" y="5043554"/>
            <a:ext cx="2286000" cy="914400"/>
          </a:xfrm>
          <a:prstGeom prst="rect">
            <a:avLst/>
          </a:prstGeom>
          <a:solidFill>
            <a:srgbClr val="FFE1E1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 dirty="0">
                <a:solidFill>
                  <a:schemeClr val="tx1"/>
                </a:solidFill>
              </a:rPr>
              <a:t>Step 4: Reject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0070" y="4918728"/>
            <a:ext cx="2286000" cy="914400"/>
          </a:xfrm>
          <a:prstGeom prst="rect">
            <a:avLst/>
          </a:prstGeom>
          <a:solidFill>
            <a:srgbClr val="EBE1FF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 dirty="0">
                <a:solidFill>
                  <a:schemeClr val="tx1"/>
                </a:solidFill>
              </a:rPr>
              <a:t>Step 5: Export</a:t>
            </a:r>
          </a:p>
        </p:txBody>
      </p:sp>
      <p:sp>
        <p:nvSpPr>
          <p:cNvPr id="15" name="Oval 14"/>
          <p:cNvSpPr/>
          <p:nvPr/>
        </p:nvSpPr>
        <p:spPr>
          <a:xfrm>
            <a:off x="774581" y="1623060"/>
            <a:ext cx="274320" cy="274320"/>
          </a:xfrm>
          <a:prstGeom prst="ellipse">
            <a:avLst/>
          </a:prstGeom>
          <a:solidFill>
            <a:srgbClr val="FAFAFA"/>
          </a:solidFill>
          <a:ln w="1587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/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911741" y="5119896"/>
            <a:ext cx="274320" cy="274320"/>
          </a:xfrm>
          <a:prstGeom prst="ellipse">
            <a:avLst/>
          </a:prstGeom>
          <a:solidFill>
            <a:srgbClr val="FAFAFA"/>
          </a:solidFill>
          <a:ln w="1587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6072785" y="1714500"/>
            <a:ext cx="274320" cy="274320"/>
          </a:xfrm>
          <a:prstGeom prst="ellipse">
            <a:avLst/>
          </a:prstGeom>
          <a:solidFill>
            <a:srgbClr val="FAFAFA"/>
          </a:solidFill>
          <a:ln w="1587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/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3388596" y="1651236"/>
            <a:ext cx="274320" cy="274320"/>
          </a:xfrm>
          <a:prstGeom prst="ellipse">
            <a:avLst/>
          </a:prstGeom>
          <a:solidFill>
            <a:srgbClr val="FAFAFA"/>
          </a:solidFill>
          <a:ln w="1587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/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6403298" y="4988716"/>
            <a:ext cx="274320" cy="274320"/>
          </a:xfrm>
          <a:prstGeom prst="ellipse">
            <a:avLst/>
          </a:prstGeom>
          <a:solidFill>
            <a:srgbClr val="FAFAFA"/>
          </a:solidFill>
          <a:ln w="1587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/>
              <a:t>5</a:t>
            </a:r>
          </a:p>
        </p:txBody>
      </p:sp>
      <p:pic>
        <p:nvPicPr>
          <p:cNvPr id="20" name="Picture 19" descr="processing_as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207" y="3224811"/>
            <a:ext cx="1828800" cy="1005840"/>
          </a:xfrm>
          <a:prstGeom prst="rect">
            <a:avLst/>
          </a:prstGeom>
        </p:spPr>
      </p:pic>
      <p:cxnSp>
        <p:nvCxnSpPr>
          <p:cNvPr id="21" name="Connector 20"/>
          <p:cNvCxnSpPr>
            <a:stCxn id="9" idx="2"/>
            <a:endCxn id="10" idx="0"/>
          </p:cNvCxnSpPr>
          <p:nvPr/>
        </p:nvCxnSpPr>
        <p:spPr>
          <a:xfrm rot="5400000" flipH="1" flipV="1">
            <a:off x="2692960" y="737634"/>
            <a:ext cx="867085" cy="2595407"/>
          </a:xfrm>
          <a:prstGeom prst="bentConnector5">
            <a:avLst>
              <a:gd name="adj1" fmla="val -26364"/>
              <a:gd name="adj2" fmla="val 50000"/>
              <a:gd name="adj3" fmla="val 126364"/>
            </a:avLst>
          </a:prstGeom>
          <a:ln w="19050">
            <a:solidFill>
              <a:srgbClr val="3C3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0" idx="2"/>
            <a:endCxn id="11" idx="0"/>
          </p:cNvCxnSpPr>
          <p:nvPr/>
        </p:nvCxnSpPr>
        <p:spPr>
          <a:xfrm rot="5400000" flipH="1" flipV="1">
            <a:off x="5343125" y="732318"/>
            <a:ext cx="864959" cy="2702796"/>
          </a:xfrm>
          <a:prstGeom prst="bentConnector5">
            <a:avLst>
              <a:gd name="adj1" fmla="val -26429"/>
              <a:gd name="adj2" fmla="val 50000"/>
              <a:gd name="adj3" fmla="val 126429"/>
            </a:avLst>
          </a:prstGeom>
          <a:ln w="19050">
            <a:solidFill>
              <a:srgbClr val="3C3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cxnSpLocks/>
            <a:stCxn id="11" idx="2"/>
            <a:endCxn id="12" idx="0"/>
          </p:cNvCxnSpPr>
          <p:nvPr/>
        </p:nvCxnSpPr>
        <p:spPr>
          <a:xfrm rot="5400000">
            <a:off x="4840997" y="1097524"/>
            <a:ext cx="817894" cy="3754118"/>
          </a:xfrm>
          <a:prstGeom prst="bentConnector3">
            <a:avLst>
              <a:gd name="adj1" fmla="val 50000"/>
            </a:avLst>
          </a:prstGeom>
          <a:ln w="19050">
            <a:solidFill>
              <a:srgbClr val="3C3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cxnSpLocks/>
            <a:stCxn id="12" idx="1"/>
            <a:endCxn id="13" idx="0"/>
          </p:cNvCxnSpPr>
          <p:nvPr/>
        </p:nvCxnSpPr>
        <p:spPr>
          <a:xfrm rot="10800000" flipV="1">
            <a:off x="1983502" y="3840730"/>
            <a:ext cx="845452" cy="1202824"/>
          </a:xfrm>
          <a:prstGeom prst="bentConnector2">
            <a:avLst/>
          </a:prstGeom>
          <a:ln w="19050">
            <a:solidFill>
              <a:srgbClr val="3C3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cxnSpLocks/>
            <a:stCxn id="12" idx="2"/>
            <a:endCxn id="14" idx="0"/>
          </p:cNvCxnSpPr>
          <p:nvPr/>
        </p:nvCxnSpPr>
        <p:spPr>
          <a:xfrm rot="16200000" flipH="1">
            <a:off x="5137578" y="2533236"/>
            <a:ext cx="620798" cy="4150185"/>
          </a:xfrm>
          <a:prstGeom prst="bentConnector3">
            <a:avLst/>
          </a:prstGeom>
          <a:ln w="19050">
            <a:solidFill>
              <a:srgbClr val="3C3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489072" y="4780511"/>
            <a:ext cx="2528428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69878" y="482346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dirty="0">
                <a:solidFill>
                  <a:srgbClr val="32323C"/>
                </a:solidFill>
              </a:rPr>
              <a:t>Legend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89072" y="5092464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464650"/>
                </a:solidFill>
              </a:rPr>
              <a:t>• </a:t>
            </a:r>
            <a:r>
              <a:rPr sz="1100" b="0" dirty="0" err="1">
                <a:solidFill>
                  <a:srgbClr val="464650"/>
                </a:solidFill>
              </a:rPr>
              <a:t>Swimlanes</a:t>
            </a:r>
            <a:r>
              <a:rPr sz="1100" b="0" dirty="0">
                <a:solidFill>
                  <a:srgbClr val="464650"/>
                </a:solidFill>
              </a:rPr>
              <a:t>: Intake / Processing /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89072" y="534849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464650"/>
                </a:solidFill>
              </a:rPr>
              <a:t>• Boxes: 2.50"×1.00", snapped to grid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89072" y="560452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64650"/>
                </a:solidFill>
              </a:rPr>
              <a:t>• Connectors: elbow, arrow at 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9072" y="58605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64650"/>
                </a:solidFill>
              </a:rPr>
              <a:t>• Badges: steps 1–5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68</Words>
  <Application>Microsoft Macintosh PowerPoint</Application>
  <PresentationFormat>On-screen Show (4:3)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2025-09-22T06:56:13Z</dcterms:modified>
  <cp:category/>
</cp:coreProperties>
</file>