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Aurora Air 新品上市沟通会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2026-10-15</a:t>
            </a:r>
          </a:p>
          <a:p>
            <a:pPr algn="ctr">
              <a:defRPr sz="1100"/>
            </a:pPr>
            <a:r>
              <a:t>上市日期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299 元</a:t>
            </a:r>
          </a:p>
          <a:p>
            <a:pPr algn="ctr">
              <a:defRPr sz="1100"/>
            </a:pPr>
            <a:r>
              <a:t>建议零售价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12,000 台</a:t>
            </a:r>
          </a:p>
          <a:p>
            <a:pPr algn="ctr">
              <a:defRPr sz="1100"/>
            </a:pPr>
            <a:r>
              <a:t>首月目标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为什么值得买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静音 18dB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滤芯寿命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适用 35㎡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渠道与里程碑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事项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物料定稿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2026-09-25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品牌团队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渠道培训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2026-10-08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销售运营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正式上市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2026-10-15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产品负责人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