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客户数据平台项目状态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850,000 元</a:t>
            </a:r>
          </a:p>
          <a:p>
            <a:pPr algn="ctr">
              <a:defRPr sz="1100"/>
            </a:pPr>
            <a:r>
              <a:t>总预算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陈尧</a:t>
            </a:r>
          </a:p>
          <a:p>
            <a:pPr algn="ctr">
              <a:defRPr sz="1100"/>
            </a:pPr>
            <a:r>
              <a:t>负责人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2026-09-30</a:t>
            </a:r>
          </a:p>
          <a:p>
            <a:pPr algn="ctr">
              <a:defRPr sz="1100"/>
            </a:pPr>
            <a:r>
              <a:t>上线日期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  <a:latin typeface="Noto Sans CJK SC"/>
              </a:defRPr>
            </a:pPr>
            <a:r>
              <a:t>CoworkEvoBench 公开合成样例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客户主数据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01368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标签服务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68296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权限审计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E7681"/>
                </a:solidFill>
                <a:latin typeface="Noto Sans CJK SC"/>
              </a:defRPr>
            </a:pPr>
            <a:r>
              <a:t>CoworkEvoBench 公开合成样例  | 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