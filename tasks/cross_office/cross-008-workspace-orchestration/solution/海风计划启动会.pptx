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海风计划启动会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1,500,000 元</a:t>
            </a:r>
          </a:p>
          <a:p>
            <a:pPr algn="ctr">
              <a:defRPr sz="1100"/>
            </a:pPr>
            <a:r>
              <a:t>预算上限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2026-12-01</a:t>
            </a:r>
          </a:p>
          <a:p>
            <a:pPr algn="ctr">
              <a:defRPr sz="1100"/>
            </a:pPr>
            <a:r>
              <a:t>上线日期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顾清</a:t>
            </a:r>
          </a:p>
          <a:p>
            <a:pPr algn="ctr">
              <a:defRPr sz="1100"/>
            </a:pPr>
            <a:r>
              <a:t>负责人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12B36"/>
                </a:solidFill>
                <a:latin typeface="Noto Sans CJK SC"/>
              </a:defRPr>
            </a:pPr>
            <a:r>
              <a:t>CoworkEvoBench 公开合成样例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范围与角色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会员主数据、积分迁移、权限审计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01368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项目负责人顾清；数据迁移负责人魏然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12B36"/>
                </a:solidFill>
                <a:latin typeface="Noto Sans CJK SC"/>
              </a:defRPr>
            </a:pPr>
            <a:r>
              <a:t>CoworkEvoBench 公开合成样例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四个里程碑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389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里程碑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日期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负责人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数据冻结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2026-10-15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魏然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迁移演练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2026-11-05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魏然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业务验收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2026-11-20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顾清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正式上线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2026-12-01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顾清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12B36"/>
                </a:solidFill>
                <a:latin typeface="Noto Sans CJK SC"/>
              </a:defRPr>
            </a:pPr>
            <a:r>
              <a:t>CoworkEvoBench 公开合成样例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P0 风险与升级路径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历史会员 ID 重复，迁移前必须确认去重规则。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01368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魏然负责样本验证；逾期升级给顾清。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12B36"/>
                </a:solidFill>
                <a:latin typeface="Noto Sans CJK SC"/>
              </a:defRPr>
            </a:pPr>
            <a:r>
              <a:t>CoworkEvoBench 公开合成样例  | 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