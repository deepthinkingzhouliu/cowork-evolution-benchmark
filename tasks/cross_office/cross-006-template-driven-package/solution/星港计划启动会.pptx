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星港计划启动会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2,400,000 元</a:t>
            </a:r>
          </a:p>
          <a:p>
            <a:pPr algn="ctr">
              <a:defRPr sz="1100"/>
            </a:pPr>
            <a:r>
              <a:t>总预算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2026-11-01</a:t>
            </a:r>
          </a:p>
          <a:p>
            <a:pPr algn="ctr">
              <a:defRPr sz="1100"/>
            </a:pPr>
            <a:r>
              <a:t>启动日期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828800"/>
            <a:ext cx="3108960" cy="1645920"/>
          </a:xfrm>
          <a:prstGeom prst="roundRect">
            <a:avLst/>
          </a:prstGeom>
          <a:solidFill>
            <a:srgbClr val="D9EAF7"/>
          </a:solidFill>
          <a:ln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17365D"/>
                </a:solidFill>
              </a:defRPr>
            </a:pPr>
            <a:r>
              <a:t>沈舟</a:t>
            </a:r>
          </a:p>
          <a:p>
            <a:pPr algn="ctr">
              <a:defRPr sz="1100"/>
            </a:pPr>
            <a:r>
              <a:t>负责人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目标与范围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统一三地仓库的库存与调拨数据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01368"/>
            <a:ext cx="104241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12B36"/>
                </a:solidFill>
                <a:latin typeface="Noto Sans CJK SC"/>
              </a:defRPr>
            </a:pPr>
            <a:r>
              <a:t>• 建立统一口径与推广节奏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7365D"/>
                </a:solidFill>
                <a:latin typeface="Noto Sans CJK SC"/>
              </a:defRPr>
            </a:pPr>
            <a:r>
              <a:t>三项里程碑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1069848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/>
                <a:gridCol w="5349240"/>
              </a:tblGrid>
              <a:tr h="438912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日期</a:t>
                      </a:r>
                    </a:p>
                  </a:txBody>
                  <a:tcPr>
                    <a:solidFill>
                      <a:srgbClr val="17365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蓝图确认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2026-11-15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试点上线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2027-01-15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三地推广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12B36"/>
                          </a:solidFill>
                        </a:defRPr>
                      </a:pPr>
                      <a:r>
                        <a:t>2027-03-01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0" y="6400800"/>
            <a:ext cx="3840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212B36"/>
                </a:solidFill>
                <a:latin typeface="Noto Sans CJK SC"/>
              </a:defRPr>
            </a:pPr>
            <a:r>
              <a:t>CoworkEvoBench 公开合成样例  | 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