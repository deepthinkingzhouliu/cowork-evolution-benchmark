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{{项目名}}启动会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{{预算}}</a:t>
            </a:r>
          </a:p>
          <a:p>
            <a:pPr algn="ctr">
              <a:defRPr sz="1100"/>
            </a:pPr>
            <a:r>
              <a:t>总预算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{{启动日期}}</a:t>
            </a:r>
          </a:p>
          <a:p>
            <a:pPr algn="ctr">
              <a:defRPr sz="1100"/>
            </a:pPr>
            <a:r>
              <a:t>启动日期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{{负责人}}</a:t>
            </a:r>
          </a:p>
          <a:p>
            <a:pPr algn="ctr">
              <a:defRPr sz="1100"/>
            </a:pPr>
            <a:r>
              <a:t>负责人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  <a:latin typeface="Noto Sans CJK SC"/>
              </a:defRPr>
            </a:pPr>
            <a:r>
              <a:t>CoworkEvoBench 公开合成样例  | 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