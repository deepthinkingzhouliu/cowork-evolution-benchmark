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Benefits eligibility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7 reviewed · 2 eligible · 4 not yet eligible · 1 legal hold · 0 executed 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80"/>
                <a:gridCol w="3764280"/>
                <a:gridCol w="3764280"/>
              </a:tblGrid>
              <a:tr h="12458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Disposition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People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Alex; Farida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NOT YET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Brianna; Carlos; Darius; Graham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LEGAL 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Elena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Every missing requirement is explicit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Tenure, orientation, and form must all pass; legal hold overrides the row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80"/>
                <a:gridCol w="3764280"/>
                <a:gridCol w="3764280"/>
              </a:tblGrid>
              <a:tr h="62293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Missing / override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Alex Rivera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ENROLL_ELIGIBLE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Tenure, orientation, and signed form all satisfied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Brianna Cho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NOT_YET_ELIGIBLE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TENURE_LT_90_DAYS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Carlos Mendez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NOT_YET_ELIGIBLE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ORIENTATION_MISSING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Darius Idowu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NOT_YET_ELIGIBLE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FORM_UNSIGNED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Elena Popov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SKIP_LEGAL_HOLD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Legal hold overrides all enrollment and communication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Farida Hassan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ENROLL_ELIGIBLE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Tenure, orientation, and signed form all satisfied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Graham Liu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NOT_YET_ELIGIBLE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ORIENTATION_MISSING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Offline control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Jordan is refused; employee and tracker artifacts remain drafts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Drafted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Employee communications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Enrollment updates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NOT_APPLIED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External enrollment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REFUSED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Slack #benefits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DRAFT_NOT_POSTED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Real side effects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