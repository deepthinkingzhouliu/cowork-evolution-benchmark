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Contractor renewal control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8 reviewed · 3 standard renewals · 2 PIP approvals · 1 expired · 2 future no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965960" cy="658368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55648"/>
            <a:ext cx="1965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00" b="0">
                <a:solidFill>
                  <a:srgbClr val="17365D"/>
                </a:solidFill>
                <a:latin typeface="Aptos"/>
              </a:rPr>
              <a:t>source contractors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143000"/>
            <a:ext cx="1965960" cy="658368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755648"/>
            <a:ext cx="1965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00" b="0">
                <a:solidFill>
                  <a:srgbClr val="17365D"/>
                </a:solidFill>
                <a:latin typeface="Aptos"/>
              </a:rPr>
              <a:t>standard 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143000"/>
            <a:ext cx="1965960" cy="658368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55648"/>
            <a:ext cx="1965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00" b="0">
                <a:solidFill>
                  <a:srgbClr val="17365D"/>
                </a:solidFill>
                <a:latin typeface="Aptos"/>
              </a:rPr>
              <a:t>PIP approvals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143000"/>
            <a:ext cx="1965960" cy="658368"/>
          </a:xfrm>
          <a:prstGeom prst="roundRect">
            <a:avLst/>
          </a:prstGeom>
          <a:solidFill>
            <a:srgbClr val="F4CC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1755648"/>
            <a:ext cx="1965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00" b="0">
                <a:solidFill>
                  <a:srgbClr val="17365D"/>
                </a:solidFill>
                <a:latin typeface="Aptos"/>
              </a:rPr>
              <a:t>expired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1143000"/>
            <a:ext cx="1965960" cy="658368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6920" y="1755648"/>
            <a:ext cx="1965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00" b="0">
                <a:solidFill>
                  <a:srgbClr val="17365D"/>
                </a:solidFill>
                <a:latin typeface="Aptos"/>
              </a:rPr>
              <a:t>future no action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2286000"/>
          <a:ext cx="11155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731520"/>
                <a:gridCol w="2834640"/>
                <a:gridCol w="233172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Count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Contractors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Authority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Execution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RENEWED_STANDARD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Ana; Darius; Hugo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rules 1 + 3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3 notices / 3 updates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PENDING_VP_APPROVAL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Carmen; Gloria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rule 2 active PIP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2 VP requests / 2 updates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EXPIRED_NOT_RENEWED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Felix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rule 5 expired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0 email / 1 update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FUTURE_NO_ACTION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Brian; Eva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rule 4 beyond 60 days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0 action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02920" y="5138928"/>
            <a:ext cx="111556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140" b="1">
                <a:solidFill>
                  <a:srgbClr val="17365D"/>
                </a:solidFill>
                <a:latin typeface="Aptos"/>
              </a:rPr>
              <a:t>5% is a request, not an applied rate: one Procurement escalation · Finance approval required · no rate invented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870448"/>
            <a:ext cx="11155680" cy="384048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19" b="1">
                <a:solidFill>
                  <a:srgbClr val="17365D"/>
                </a:solidFill>
                <a:latin typeface="Aptos"/>
              </a:rPr>
              <a:t>Precedence: expired -&gt; beyond 60 days -&gt; active PIP -&gt; standard renewal · boundaries are inclusive 0–60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Complete eight-contractor decision register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Frozen date 2026-04-15 · end date · days · PIP · route · rate boundary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097280"/>
          <a:ext cx="1173175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88720"/>
                <a:gridCol w="685800"/>
                <a:gridCol w="914400"/>
                <a:gridCol w="457200"/>
                <a:gridCol w="438912"/>
                <a:gridCol w="1481328"/>
                <a:gridCol w="1298448"/>
                <a:gridCol w="2103120"/>
                <a:gridCol w="2752344"/>
              </a:tblGrid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Row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Contractor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Dept.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End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Days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PIP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To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Rate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Ana Petrova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Engineering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2026-05-15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30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RENEWED_STANDARD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Renewed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ana.petrova@freelance.example.com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EXISTING_TERMS_ONLY / NO_RATE_APPLIED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Brian Osei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Marketing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2026-06-30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76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FUTURE_NO_ACTION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Active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NO_RATE_ACTION_OUTSIDE_60_DAYS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Carmen Ruiz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Sales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2026-04-30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PENDING_VP_APPROVAL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Pending VP Approval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vp-sales@company.example.com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NO_RATE_ACTION_PENDING_VP_APPROVAL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Darius Kim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Engineering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2026-05-01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16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RENEWED_STANDARD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Renewed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darius.kim@freelance.example.com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EXISTING_TERMS_ONLY / NO_RATE_APPLIED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Eva Lindström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Marketing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2026-08-15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122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FUTURE_NO_ACTION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Active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NO_RATE_ACTION_OUTSIDE_60_DAYS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Felix Braun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Sales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2026-04-10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-5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EXPIRED_NOT_RENEWED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Expired - Not Renewed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NO_RATE_ACTION_EXPIRED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Gloria Chen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Engineering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2026-06-10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56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PENDING_VP_APPROVAL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Pending VP Approval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vp-eng@company.example.com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NO_RATE_ACTION_PENDING_VP_APPROVAL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Hugo Santos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Marketing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2026-05-20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35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RENEWED_STANDARD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Renewed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hugo.santos@freelance.example.com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EXISTING_TERMS_ONLY / NO_RATE_APPLIED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11480" y="6291072"/>
            <a:ext cx="11365992" cy="310896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40" b="1">
                <a:solidFill>
                  <a:srgbClr val="17365D"/>
                </a:solidFill>
                <a:latin typeface="Aptos"/>
              </a:rPr>
              <a:t>Ana: 30-day standard · Gloria: 56-day PIP to VP · Felix: -5-day expired · Brian/Eva: 76/122-day no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Controlled action queue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6 source-backed emails · 6 tracker drafts · no rate change · no Slack · zero execution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143000"/>
          <a:ext cx="1173175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417320"/>
                <a:gridCol w="1325880"/>
                <a:gridCol w="2468880"/>
                <a:gridCol w="2148840"/>
                <a:gridCol w="868680"/>
                <a:gridCol w="1874519"/>
                <a:gridCol w="1170432"/>
              </a:tblGrid>
              <a:tr h="47679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Order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Scope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To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Cc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End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Decision / request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State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STANDARD_NOTICE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Ana Petrova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ana.petrova@freelance.example.com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derek.huang@company.example.com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2026-05-15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RENEWED_STANDARD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PIP_VP_REQUEST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Carmen Ruiz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vp-sales@company.example.com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2026-04-30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PENDING_VP_APPROVAL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STANDARD_NOTICE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Darius Kim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darius.kim@freelance.example.com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derek.huang@company.example.com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2026-05-01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RENEWED_STANDARD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PIP_VP_REQUEST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Gloria Chen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vp-eng@company.example.com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2026-06-10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PENDING_VP_APPROVAL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STANDARD_NOTICE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Hugo Santos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hugo.santos@freelance.example.com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mira.patel@company.example.com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2026-05-20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RENEWED_STANDARD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47679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PROCUREMENT_ESCALATION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Ana; Darius; Hugo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procurement@company.example.com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5% request / no rate applied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709160"/>
            <a:ext cx="3474720" cy="658368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Email
6 drafts · 0 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4709160"/>
            <a:ext cx="3474720" cy="658368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Tracker
6 drafts · 0 applied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0456" y="4709160"/>
            <a:ext cx="3474720" cy="658368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Rate / Slack
0 applied · 0 posts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559552"/>
            <a:ext cx="11155680" cy="457200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80" b="1">
                <a:solidFill>
                  <a:srgbClr val="17365D"/>
                </a:solidFill>
                <a:latin typeface="Aptos"/>
              </a:rPr>
              <a:t>Standard: contractor To + manager Cc + existing terms only · PIP: department VP To only · Bcc=0 · attachments=0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181344"/>
            <a:ext cx="11155680" cy="365760"/>
          </a:xfrm>
          <a:prstGeom prst="round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80" b="1">
                <a:solidFill>
                  <a:srgbClr val="17365D"/>
                </a:solidFill>
                <a:latin typeface="Aptos"/>
              </a:rPr>
              <a:t>Source workbook changes=0 · real side effects=0 · #hr-general drafts=0 and posts=0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Contractor Renewal Review</dc:title>
  <dc:subject/>
  <dc:creator>EvoCowork AutomationBench 5121</dc:creator>
  <cp:keywords/>
  <dc:description>generated using python-pptx</dc:description>
  <cp:lastModifiedBy>EvoCowork</cp:lastModifiedBy>
  <cp:revision>1</cp:revision>
  <dcterms:created xsi:type="dcterms:W3CDTF">2026-04-15T09:00:00Z</dcterms:created>
  <dcterms:modified xsi:type="dcterms:W3CDTF">2026-04-15T09:00:00Z</dcterms:modified>
  <cp:category/>
</cp:coreProperties>
</file>