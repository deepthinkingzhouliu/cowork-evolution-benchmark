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AI 客服试点决策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-18.4%</a:t>
            </a:r>
          </a:p>
          <a:p>
            <a:pPr algn="ctr">
              <a:defRPr sz="1100"/>
            </a:pPr>
            <a:r>
              <a:t>处理时长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92.1%</a:t>
            </a:r>
          </a:p>
          <a:p>
            <a:pPr algn="ctr">
              <a:defRPr sz="1100"/>
            </a:pPr>
            <a:r>
              <a:t>事实准确率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11.6%</a:t>
            </a:r>
          </a:p>
          <a:p>
            <a:pPr algn="ctr">
              <a:defRPr sz="1100"/>
            </a:pPr>
            <a:r>
              <a:t>人工升级率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研究证据怎么支持扩展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检索增强适合高频重复咨询。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结构化质检清单提升事实一致性。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自动摘要只生成工单初稿。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建议：有条件扩大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扩大到全部售后咨询。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投诉不得自动关闭，必须人工确认。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2026-10-01 复审关键指标。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