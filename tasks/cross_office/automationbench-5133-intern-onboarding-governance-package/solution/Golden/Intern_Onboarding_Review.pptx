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Intern cohort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4 interns · start 2026-04-20 · 4 task drafts · 0 executed actions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99669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Intern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Manager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Amara Blake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Derek Huang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Ben Ortiz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Lisa Wang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DRAFT_ONLY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Chika Eze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Mira Patel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Dmitri Volkov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Derek Huang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DRAFT_ONLY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Scope is constrained by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The roster is not written approval and HR cannot bypass Finance or IT ownership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124587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Allowed now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Onboarding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4 drafts; 0 applied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Corporate cards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Finance policy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 requests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Corporate 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IT after written manager 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Blocked for all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Offline handoff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Truthful drafts preserve the unresolved provisioning dependency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Artifact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Drafts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Executed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Manager approvals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Welcome packets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IT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BLOCKED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Slack kickoff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DRAFT_NOT_POSTED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Real side effects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EvoCowork reference solution</dc:creator>
  <cp:keywords/>
  <dc:description>generated using python-pptx</dc:description>
  <cp:lastModifiedBy>Steve Canny</cp:lastModifiedBy>
  <cp:revision>1</cp:revision>
  <dcterms:created xsi:type="dcterms:W3CDTF">2026-04-15T09:00:00Z</dcterms:created>
  <dcterms:modified xsi:type="dcterms:W3CDTF">2026-04-15T09:00:00Z</dcterms:modified>
  <cp:category/>
</cp:coreProperties>
</file>