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Two employees are in this-week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Window 2026-03-18 to 2026-03-22 · Nadia Petrova is out of scope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1661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Last day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PTO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Greg Foster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EMP-2001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2026-03-21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Ian Costa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EMP-2004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2026-03-20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 days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PROCESS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Four systems reconcile one-to-one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BambooHR, Jira, payroll, and tracker are prepared for Greg and Ian only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1661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BambooHR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Jira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Payroll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Tracker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Greg Foster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Processed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Ian Costa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 draft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 draft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Processed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Nadia is skipped; every action remains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0 external actions · 0 real side effects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Prepared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BambooHR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DRAFT_NOT_APPLIED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Jira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DRAFT_NOT_CREATED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Payroll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Tracker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NOT_APPLIED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