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Compensation batch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8 reviewed · 3 HR process · 2 CFO route · 3 policy skip · 0 executed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124587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Raise total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People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PROCESS_HR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$24,000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Priya; Tobi; Victor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ROUTE_CFO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$40,000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Ravi; Wren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POLICY_SKIP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$22,500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Sofia; Una; Xander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Policy hierarchy decides the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Later notes and authority limits override Approved labels and an external advisor request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5537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Raise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Priya Sharma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Approved, clean, and within HR Operations authority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Ravi Desai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$22,000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ROUTE_CFO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Raise exceeds HR Operations $15,000 inclusive authority limit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Sofia Martinez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SKIP_REVERSED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Later REVERSED note overrides stale Approved 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Tobi Adeyemi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PROCESS_HR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Approved, clean, and within HR Operations authority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Una Kowalski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SKIP_BACKGROUND_PENDING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Security &amp; Compliance background verification remains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Victor Okonkwo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$4,000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PROCESS_HR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Approved, clean, and within HR Operations authority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Wren Fujimoto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ROUTE_CFO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Raise exceeds HR Operations $15,000 inclusive authority limit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Xander Lee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$9,000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SKIP_HOLD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latin typeface="Carlito"/>
                        </a:defRPr>
                      </a:pPr>
                      <a:r>
                        <a:t>Later HOLD note overrides stale Approved stamp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Offline control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Draft only: no message, tracker update, or Slack post was executed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8305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Drafted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Employee +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CFO routing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Tracker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NOT_APPLIED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Slack #comp-ops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DRAFT_NOT_POSTED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Real side effects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