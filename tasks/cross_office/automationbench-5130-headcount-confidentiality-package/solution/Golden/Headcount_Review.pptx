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Q2 headcount: corrected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57 approved · 48 filled · 9 arithmetic gap · 8 recruitable open · 1 frozen Design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Final 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 +2; Sales 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Filled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Arithmetic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57-48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Recruitable open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Design excluded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Department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Recent approvals and the Design hiring freeze are applied without altering source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605"/>
                <a:gridCol w="1411605"/>
                <a:gridCol w="1411605"/>
                <a:gridCol w="1411605"/>
                <a:gridCol w="1411605"/>
                <a:gridCol w="1411605"/>
                <a:gridCol w="1411605"/>
                <a:gridCol w="1411605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Adj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Filled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Recruitable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ACTIVE_HIRING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ACTIVE_HIRING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ACTIVE_HIRING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FULLY_FILLED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ACTIVE_HIRING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FULLY_FILLED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FULLY_FILLED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FROZEN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Confidentiality overrides broad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CEO draft is permitted; leadership posting waits for private-channel verification; #all-staff is prohibited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CEO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#leadership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BLOCKED_PENDING_PRIVATE_CHANNEL_VERIFICATION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#all-staff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PROHIBITED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