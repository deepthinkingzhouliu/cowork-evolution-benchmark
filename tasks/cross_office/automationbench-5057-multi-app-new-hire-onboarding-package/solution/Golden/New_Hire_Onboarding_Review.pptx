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Two hires, four systems 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8 action drafts · 0 external actions · 0 manager misclassification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1661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New hire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Start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Location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Alicia Fernandez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2026-03-24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Austin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Frontend Developer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Tyrone Washington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2026-03-25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Remote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Account Executive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Cross-system identity is one-to-one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Each hire appears once in BambooHR, Drive, Jira, and Gmail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8568"/>
                <a:gridCol w="2258568"/>
                <a:gridCol w="2258568"/>
                <a:gridCol w="2258568"/>
                <a:gridCol w="2258568"/>
              </a:tblGrid>
              <a:tr h="16611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New hire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Bamboo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Drive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Jira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Gmail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Alicia Fernandez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61160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Tyrone Washington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Carlito"/>
              </a:defRPr>
            </a:pPr>
            <a:r>
              <a:t>Managers are context, not new hires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914400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  <a:latin typeface="Carlito"/>
              </a:defRPr>
            </a:pPr>
            <a:r>
              <a:t>David Okonkwo and Lisa Wang receive no profile or welcome email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353312"/>
          <a:ext cx="11292840" cy="4983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10"/>
                <a:gridCol w="2823210"/>
                <a:gridCol w="2823210"/>
                <a:gridCol w="2823210"/>
              </a:tblGrid>
              <a:tr h="99669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System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Prepared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Executed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State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BambooHR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DRAFT_NOT_CREATED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Drive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DRAFT_NOT_CREATED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Jira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DRAFT_NOT_CREATED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96696"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Gmail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latin typeface="Carlito"/>
                        </a:defRPr>
                      </a:pPr>
                      <a:r>
                        <a:t>DRAFT_NOT_SENT</a:t>
                      </a:r>
                    </a:p>
                  </a:txBody>
                  <a:tcPr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EvoCowork reference solution</dc:creator>
  <cp:keywords/>
  <dc:description>generated using python-pptx</dc:description>
  <cp:lastModifiedBy>Steve Canny</cp:lastModifiedBy>
  <cp:revision>1</cp:revision>
  <dcterms:created xsi:type="dcterms:W3CDTF">2026-04-15T09:00:00Z</dcterms:created>
  <dcterms:modified xsi:type="dcterms:W3CDTF">2026-04-15T09:00:00Z</dcterms:modified>
  <cp:category/>
</cp:coreProperties>
</file>