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门店经营复盘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374 万元</a:t>
            </a:r>
          </a:p>
          <a:p>
            <a:pPr algn="ctr">
              <a:defRPr sz="1100"/>
            </a:pPr>
            <a:r>
              <a:t>总收入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94.7%</a:t>
            </a:r>
          </a:p>
          <a:p>
            <a:pPr algn="ctr">
              <a:defRPr sz="1100"/>
            </a:pPr>
            <a:r>
              <a:t>目标达成率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华北二店</a:t>
            </a:r>
          </a:p>
          <a:p>
            <a:pPr algn="ctr">
              <a:defRPr sz="1100"/>
            </a:pPr>
            <a:r>
              <a:t>风险门店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区域表现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华东收入 223 万元，超过目标 3 万元。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01368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华北收入 151 万元，较目标少 24 万元。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核心风险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华北二店收入 64 万元，目标达成率 75.3%。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01368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华北二店退货率 7.2%、满意度 75，风险集中。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两项优先行动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行动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截止日期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复盘退货 Top 20 SKU 并修订补货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华北区经理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2026-09-10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制定两周门店辅导计划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零售运营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2026-09-15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