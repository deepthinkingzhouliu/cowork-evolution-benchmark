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月度产品复盘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136,000</a:t>
            </a:r>
          </a:p>
          <a:p>
            <a:pPr algn="ctr">
              <a:defRPr sz="1100"/>
            </a:pPr>
            <a:r>
              <a:t>月活用户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3.2%</a:t>
            </a:r>
          </a:p>
          <a:p>
            <a:pPr algn="ctr">
              <a:defRPr sz="1100"/>
            </a:pPr>
            <a:r>
              <a:t>流失率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48</a:t>
            </a:r>
          </a:p>
          <a:p>
            <a:pPr algn="ctr">
              <a:defRPr sz="1100"/>
            </a:pPr>
            <a:r>
              <a:t>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增长健康，无需额外动作。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