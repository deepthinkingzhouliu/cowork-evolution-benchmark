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月度产品复盘（修订版）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128,000</a:t>
            </a:r>
          </a:p>
          <a:p>
            <a:pPr algn="ctr">
              <a:defRPr sz="1100"/>
            </a:pPr>
            <a:r>
              <a:t>月活用户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3.8%</a:t>
            </a:r>
          </a:p>
          <a:p>
            <a:pPr algn="ctr">
              <a:defRPr sz="1100"/>
            </a:pPr>
            <a:r>
              <a:t>流失率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48</a:t>
            </a:r>
          </a:p>
          <a:p>
            <a:pPr algn="ctr">
              <a:defRPr sz="1100"/>
            </a:pPr>
            <a:r>
              <a:t>NPS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核心诊断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月活用户为 128,000。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流失率升至 3.8%，需要加强新用户首周激活与召回。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下一步行动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行动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负责人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分析首周未激活用户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增长产品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2026-09-05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上线分层召回实验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用户运营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2026-09-12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数据口径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月活用户：月末 30 天去重活跃。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流失率：月初存量用户流失。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NPS：有效问卷 1,204 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附录：渠道新增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渠道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新增用户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自然流量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付费投放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合作渠道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